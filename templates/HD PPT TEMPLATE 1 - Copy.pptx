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F68E38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hak Sharma" userId="16803c0d-c230-4ae1-bbf2-1439c964a0fd" providerId="ADAL" clId="{55161AFF-56C2-4250-938E-2D0514461C5D}"/>
    <pc:docChg chg="undo custSel delSld modSld">
      <pc:chgData name="Sarthak Sharma" userId="16803c0d-c230-4ae1-bbf2-1439c964a0fd" providerId="ADAL" clId="{55161AFF-56C2-4250-938E-2D0514461C5D}" dt="2026-06-22T19:33:42.742" v="113" actId="113"/>
      <pc:docMkLst>
        <pc:docMk/>
      </pc:docMkLst>
      <pc:sldChg chg="del">
        <pc:chgData name="Sarthak Sharma" userId="16803c0d-c230-4ae1-bbf2-1439c964a0fd" providerId="ADAL" clId="{55161AFF-56C2-4250-938E-2D0514461C5D}" dt="2026-06-22T19:23:49.761" v="0" actId="2696"/>
        <pc:sldMkLst>
          <pc:docMk/>
          <pc:sldMk cId="2523986104" sldId="258"/>
        </pc:sldMkLst>
      </pc:sldChg>
      <pc:sldChg chg="addSp delSp modSp mod">
        <pc:chgData name="Sarthak Sharma" userId="16803c0d-c230-4ae1-bbf2-1439c964a0fd" providerId="ADAL" clId="{55161AFF-56C2-4250-938E-2D0514461C5D}" dt="2026-06-22T19:33:42.742" v="113" actId="113"/>
        <pc:sldMkLst>
          <pc:docMk/>
          <pc:sldMk cId="3869510425" sldId="260"/>
        </pc:sldMkLst>
        <pc:spChg chg="mod">
          <ac:chgData name="Sarthak Sharma" userId="16803c0d-c230-4ae1-bbf2-1439c964a0fd" providerId="ADAL" clId="{55161AFF-56C2-4250-938E-2D0514461C5D}" dt="2026-06-22T19:31:55.096" v="71" actId="122"/>
          <ac:spMkLst>
            <pc:docMk/>
            <pc:sldMk cId="3869510425" sldId="260"/>
            <ac:spMk id="2" creationId="{00000000-0000-0000-0000-000000000000}"/>
          </ac:spMkLst>
        </pc:spChg>
        <pc:spChg chg="add mod">
          <ac:chgData name="Sarthak Sharma" userId="16803c0d-c230-4ae1-bbf2-1439c964a0fd" providerId="ADAL" clId="{55161AFF-56C2-4250-938E-2D0514461C5D}" dt="2026-06-22T19:32:33.871" v="78" actId="14100"/>
          <ac:spMkLst>
            <pc:docMk/>
            <pc:sldMk cId="3869510425" sldId="260"/>
            <ac:spMk id="3" creationId="{F887C6F2-2119-6F42-FFB9-9FA864830348}"/>
          </ac:spMkLst>
        </pc:spChg>
        <pc:spChg chg="add mod">
          <ac:chgData name="Sarthak Sharma" userId="16803c0d-c230-4ae1-bbf2-1439c964a0fd" providerId="ADAL" clId="{55161AFF-56C2-4250-938E-2D0514461C5D}" dt="2026-06-22T19:32:27.119" v="76" actId="1076"/>
          <ac:spMkLst>
            <pc:docMk/>
            <pc:sldMk cId="3869510425" sldId="260"/>
            <ac:spMk id="5" creationId="{08A29341-B2E9-FCE3-DC55-4931B43B6CCE}"/>
          </ac:spMkLst>
        </pc:spChg>
        <pc:spChg chg="add mod">
          <ac:chgData name="Sarthak Sharma" userId="16803c0d-c230-4ae1-bbf2-1439c964a0fd" providerId="ADAL" clId="{55161AFF-56C2-4250-938E-2D0514461C5D}" dt="2026-06-22T19:32:13.224" v="74" actId="1076"/>
          <ac:spMkLst>
            <pc:docMk/>
            <pc:sldMk cId="3869510425" sldId="260"/>
            <ac:spMk id="6" creationId="{C414B828-6E27-6B62-DCE1-D8E2BE881B81}"/>
          </ac:spMkLst>
        </pc:spChg>
        <pc:spChg chg="add del mod">
          <ac:chgData name="Sarthak Sharma" userId="16803c0d-c230-4ae1-bbf2-1439c964a0fd" providerId="ADAL" clId="{55161AFF-56C2-4250-938E-2D0514461C5D}" dt="2026-06-22T19:27:20.259" v="56" actId="478"/>
          <ac:spMkLst>
            <pc:docMk/>
            <pc:sldMk cId="3869510425" sldId="260"/>
            <ac:spMk id="7" creationId="{3FB6F4F6-420F-9E3F-CA98-9EC395D0E6E9}"/>
          </ac:spMkLst>
        </pc:spChg>
        <pc:spChg chg="add del mod">
          <ac:chgData name="Sarthak Sharma" userId="16803c0d-c230-4ae1-bbf2-1439c964a0fd" providerId="ADAL" clId="{55161AFF-56C2-4250-938E-2D0514461C5D}" dt="2026-06-22T19:32:08.039" v="73" actId="478"/>
          <ac:spMkLst>
            <pc:docMk/>
            <pc:sldMk cId="3869510425" sldId="260"/>
            <ac:spMk id="8" creationId="{6DA9B4EE-16B3-50A0-E45D-98529B9F76FF}"/>
          </ac:spMkLst>
        </pc:spChg>
        <pc:spChg chg="add mod">
          <ac:chgData name="Sarthak Sharma" userId="16803c0d-c230-4ae1-bbf2-1439c964a0fd" providerId="ADAL" clId="{55161AFF-56C2-4250-938E-2D0514461C5D}" dt="2026-06-22T19:33:15.328" v="94" actId="113"/>
          <ac:spMkLst>
            <pc:docMk/>
            <pc:sldMk cId="3869510425" sldId="260"/>
            <ac:spMk id="10" creationId="{F542978D-7E66-078A-CA21-193FFB4487AB}"/>
          </ac:spMkLst>
        </pc:spChg>
        <pc:spChg chg="add mod">
          <ac:chgData name="Sarthak Sharma" userId="16803c0d-c230-4ae1-bbf2-1439c964a0fd" providerId="ADAL" clId="{55161AFF-56C2-4250-938E-2D0514461C5D}" dt="2026-06-22T19:33:42.742" v="113" actId="113"/>
          <ac:spMkLst>
            <pc:docMk/>
            <pc:sldMk cId="3869510425" sldId="260"/>
            <ac:spMk id="11" creationId="{A96F67A2-4A7A-1721-9013-DC421D3F4C8E}"/>
          </ac:spMkLst>
        </pc:spChg>
        <pc:graphicFrameChg chg="add mod">
          <ac:chgData name="Sarthak Sharma" userId="16803c0d-c230-4ae1-bbf2-1439c964a0fd" providerId="ADAL" clId="{55161AFF-56C2-4250-938E-2D0514461C5D}" dt="2026-06-22T19:32:39.018" v="79"/>
          <ac:graphicFrameMkLst>
            <pc:docMk/>
            <pc:sldMk cId="3869510425" sldId="260"/>
            <ac:graphicFrameMk id="9" creationId="{38927904-7B05-D5F7-3ADE-45DC8F67FFF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4820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4820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r">
              <a:defRPr sz="1200"/>
            </a:lvl1pPr>
          </a:lstStyle>
          <a:p>
            <a:fld id="{A72ABC98-FFAF-42F0-A5DC-FB5C8D487B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77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57" tIns="46378" rIns="92757" bIns="4637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vert="horz" lIns="92757" tIns="46378" rIns="92757" bIns="4637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r">
              <a:defRPr sz="1200"/>
            </a:lvl1pPr>
          </a:lstStyle>
          <a:p>
            <a:fld id="{657A7388-0ABE-4DCF-9E5A-7A70820B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4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76400"/>
            <a:ext cx="5867400" cy="228917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504944"/>
            <a:ext cx="6400800" cy="108508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51072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20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2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+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20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672" y="6056376"/>
            <a:ext cx="7543800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BDDE3B-6E17-4A89-9F93-DBB317C0A6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2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ransi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576" y="1524000"/>
            <a:ext cx="6108192" cy="34290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0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424" y="1066800"/>
            <a:ext cx="4038600" cy="5059363"/>
          </a:xfrm>
        </p:spPr>
        <p:txBody>
          <a:bodyPr/>
          <a:lstStyle>
            <a:lvl1pPr>
              <a:buClr>
                <a:schemeClr val="tx1"/>
              </a:buClr>
              <a:defRPr sz="2000"/>
            </a:lvl1pPr>
            <a:lvl2pPr>
              <a:buClrTx/>
              <a:defRPr sz="1800"/>
            </a:lvl2pPr>
            <a:lvl3pPr>
              <a:buClrTx/>
              <a:defRPr sz="1800"/>
            </a:lvl3pPr>
            <a:lvl4pPr>
              <a:buClrTx/>
              <a:defRPr sz="1800"/>
            </a:lvl4pPr>
            <a:lvl5pPr>
              <a:buClrTx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5424" y="1066800"/>
            <a:ext cx="4038600" cy="5059363"/>
          </a:xfrm>
        </p:spPr>
        <p:txBody>
          <a:bodyPr/>
          <a:lstStyle>
            <a:lvl1pPr>
              <a:buClr>
                <a:schemeClr val="tx1"/>
              </a:buClr>
              <a:defRPr sz="2000"/>
            </a:lvl1pPr>
            <a:lvl2pPr>
              <a:buClrTx/>
              <a:defRPr sz="1800"/>
            </a:lvl2pPr>
            <a:lvl3pPr>
              <a:buClrTx/>
              <a:defRPr sz="1800"/>
            </a:lvl3pPr>
            <a:lvl4pPr>
              <a:buClrTx/>
              <a:defRPr sz="1800"/>
            </a:lvl4pPr>
            <a:lvl5pPr>
              <a:buClrTx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17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664" y="1066800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9664" y="1706562"/>
            <a:ext cx="4040188" cy="3951288"/>
          </a:xfrm>
        </p:spPr>
        <p:txBody>
          <a:bodyPr/>
          <a:lstStyle>
            <a:lvl1pPr marL="274320" indent="-274320">
              <a:buClr>
                <a:schemeClr val="tx1"/>
              </a:buClr>
              <a:buFont typeface="Wingdings" panose="05000000000000000000" pitchFamily="2" charset="2"/>
              <a:buChar char="§"/>
              <a:defRPr sz="2000"/>
            </a:lvl1pPr>
            <a:lvl2pPr>
              <a:buClrTx/>
              <a:defRPr sz="1800"/>
            </a:lvl2pPr>
            <a:lvl3pPr>
              <a:buClrTx/>
              <a:defRPr sz="1800"/>
            </a:lvl3pPr>
            <a:lvl4pPr>
              <a:buClrTx/>
              <a:defRPr sz="1800"/>
            </a:lvl4pPr>
            <a:lvl5pPr>
              <a:buClrTx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47489" y="1066800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47489" y="1706562"/>
            <a:ext cx="4041775" cy="3951288"/>
          </a:xfrm>
        </p:spPr>
        <p:txBody>
          <a:bodyPr/>
          <a:lstStyle>
            <a:lvl1pPr>
              <a:buClr>
                <a:schemeClr val="tx1"/>
              </a:buClr>
              <a:defRPr sz="2000"/>
            </a:lvl1pPr>
            <a:lvl2pPr>
              <a:buClrTx/>
              <a:defRPr sz="1800"/>
            </a:lvl2pPr>
            <a:lvl3pPr>
              <a:buClrTx/>
              <a:defRPr sz="1800"/>
            </a:lvl3pPr>
            <a:lvl4pPr>
              <a:buClrTx/>
              <a:defRPr sz="1800"/>
            </a:lvl4pPr>
            <a:lvl5pPr>
              <a:buClrTx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6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2608" y="0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8" y="102076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5240" y="654837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6BDDE3B-6E17-4A89-9F93-DBB317C0A6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9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4" r:id="rId4"/>
    <p:sldLayoutId id="2147483661" r:id="rId5"/>
    <p:sldLayoutId id="2147483652" r:id="rId6"/>
    <p:sldLayoutId id="2147483653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74320" algn="l" defTabSz="914400" rtl="0" eaLnBrk="1" latinLnBrk="0" hangingPunct="1">
        <a:spcBef>
          <a:spcPts val="0"/>
        </a:spcBef>
        <a:spcAft>
          <a:spcPts val="600"/>
        </a:spcAft>
        <a:buClr>
          <a:schemeClr val="tx1"/>
        </a:buClr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ts val="0"/>
        </a:spcBef>
        <a:spcAft>
          <a:spcPts val="600"/>
        </a:spcAft>
        <a:buClrTx/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ts val="0"/>
        </a:spcBef>
        <a:spcAft>
          <a:spcPts val="600"/>
        </a:spcAft>
        <a:buClrTx/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ts val="0"/>
        </a:spcBef>
        <a:spcAft>
          <a:spcPts val="600"/>
        </a:spcAft>
        <a:buClrTx/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ts val="0"/>
        </a:spcBef>
        <a:spcAft>
          <a:spcPts val="600"/>
        </a:spcAft>
        <a:buClrTx/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[Store Number]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7C6F2-2119-6F42-FFB9-9FA864830348}"/>
              </a:ext>
            </a:extLst>
          </p:cNvPr>
          <p:cNvSpPr txBox="1"/>
          <p:nvPr/>
        </p:nvSpPr>
        <p:spPr>
          <a:xfrm>
            <a:off x="457200" y="1066800"/>
            <a:ext cx="182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[Image 1]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29341-B2E9-FCE3-DC55-4931B43B6CCE}"/>
              </a:ext>
            </a:extLst>
          </p:cNvPr>
          <p:cNvSpPr txBox="1"/>
          <p:nvPr/>
        </p:nvSpPr>
        <p:spPr>
          <a:xfrm>
            <a:off x="3493008" y="1023698"/>
            <a:ext cx="182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[Image 2]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14B828-6E27-6B62-DCE1-D8E2BE881B81}"/>
              </a:ext>
            </a:extLst>
          </p:cNvPr>
          <p:cNvSpPr txBox="1"/>
          <p:nvPr/>
        </p:nvSpPr>
        <p:spPr>
          <a:xfrm>
            <a:off x="6781800" y="1066800"/>
            <a:ext cx="182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[Image 3]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42978D-7E66-078A-CA21-193FFB4487AB}"/>
              </a:ext>
            </a:extLst>
          </p:cNvPr>
          <p:cNvSpPr txBox="1"/>
          <p:nvPr/>
        </p:nvSpPr>
        <p:spPr>
          <a:xfrm>
            <a:off x="3637788" y="4267200"/>
            <a:ext cx="3368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SALES UNITS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6F67A2-4A7A-1721-9013-DC421D3F4C8E}"/>
              </a:ext>
            </a:extLst>
          </p:cNvPr>
          <p:cNvSpPr txBox="1"/>
          <p:nvPr/>
        </p:nvSpPr>
        <p:spPr>
          <a:xfrm>
            <a:off x="3352800" y="48006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[UNITS]</a:t>
            </a:r>
          </a:p>
        </p:txBody>
      </p:sp>
    </p:spTree>
    <p:extLst>
      <p:ext uri="{BB962C8B-B14F-4D97-AF65-F5344CB8AC3E}">
        <p14:creationId xmlns:p14="http://schemas.microsoft.com/office/powerpoint/2010/main" val="3869510425"/>
      </p:ext>
    </p:extLst>
  </p:cSld>
  <p:clrMapOvr>
    <a:masterClrMapping/>
  </p:clrMapOvr>
</p:sld>
</file>

<file path=ppt/theme/theme1.xml><?xml version="1.0" encoding="utf-8"?>
<a:theme xmlns:a="http://schemas.openxmlformats.org/drawingml/2006/main" name="THD 2015 - Standard Template">
  <a:themeElements>
    <a:clrScheme name="Custom 3">
      <a:dk1>
        <a:srgbClr val="F58220"/>
      </a:dk1>
      <a:lt1>
        <a:srgbClr val="1C1C1C"/>
      </a:lt1>
      <a:dk2>
        <a:srgbClr val="5F5F5F"/>
      </a:dk2>
      <a:lt2>
        <a:srgbClr val="E8E8E8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5421</TotalTime>
  <Words>22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THD 2015 - Standard Template</vt:lpstr>
      <vt:lpstr>[Store Number]</vt:lpstr>
    </vt:vector>
  </TitlesOfParts>
  <Company>The Home Depot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Johnston, Lana</dc:creator>
  <cp:lastModifiedBy>Sarthak Sharma</cp:lastModifiedBy>
  <cp:revision>96</cp:revision>
  <cp:lastPrinted>2019-05-18T00:13:54Z</cp:lastPrinted>
  <dcterms:created xsi:type="dcterms:W3CDTF">2014-12-09T11:42:05Z</dcterms:created>
  <dcterms:modified xsi:type="dcterms:W3CDTF">2026-06-22T19:33:55Z</dcterms:modified>
</cp:coreProperties>
</file>