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0" r:id="rId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68E38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thak Sharma" userId="16803c0d-c230-4ae1-bbf2-1439c964a0fd" providerId="ADAL" clId="{55161AFF-56C2-4250-938E-2D0514461C5D}"/>
    <pc:docChg chg="undo custSel delSld modSld">
      <pc:chgData name="Sarthak Sharma" userId="16803c0d-c230-4ae1-bbf2-1439c964a0fd" providerId="ADAL" clId="{55161AFF-56C2-4250-938E-2D0514461C5D}" dt="2026-06-22T19:43:10.464" v="131" actId="20577"/>
      <pc:docMkLst>
        <pc:docMk/>
      </pc:docMkLst>
      <pc:sldChg chg="del">
        <pc:chgData name="Sarthak Sharma" userId="16803c0d-c230-4ae1-bbf2-1439c964a0fd" providerId="ADAL" clId="{55161AFF-56C2-4250-938E-2D0514461C5D}" dt="2026-06-22T19:23:49.761" v="0" actId="2696"/>
        <pc:sldMkLst>
          <pc:docMk/>
          <pc:sldMk cId="2523986104" sldId="258"/>
        </pc:sldMkLst>
      </pc:sldChg>
      <pc:sldChg chg="addSp delSp modSp mod">
        <pc:chgData name="Sarthak Sharma" userId="16803c0d-c230-4ae1-bbf2-1439c964a0fd" providerId="ADAL" clId="{55161AFF-56C2-4250-938E-2D0514461C5D}" dt="2026-06-22T19:43:10.464" v="131" actId="20577"/>
        <pc:sldMkLst>
          <pc:docMk/>
          <pc:sldMk cId="3869510425" sldId="260"/>
        </pc:sldMkLst>
        <pc:spChg chg="mod">
          <ac:chgData name="Sarthak Sharma" userId="16803c0d-c230-4ae1-bbf2-1439c964a0fd" providerId="ADAL" clId="{55161AFF-56C2-4250-938E-2D0514461C5D}" dt="2026-06-22T19:31:55.096" v="71" actId="122"/>
          <ac:spMkLst>
            <pc:docMk/>
            <pc:sldMk cId="3869510425" sldId="260"/>
            <ac:spMk id="2" creationId="{00000000-0000-0000-0000-000000000000}"/>
          </ac:spMkLst>
        </pc:spChg>
        <pc:spChg chg="add mod">
          <ac:chgData name="Sarthak Sharma" userId="16803c0d-c230-4ae1-bbf2-1439c964a0fd" providerId="ADAL" clId="{55161AFF-56C2-4250-938E-2D0514461C5D}" dt="2026-06-22T19:42:30.129" v="121" actId="404"/>
          <ac:spMkLst>
            <pc:docMk/>
            <pc:sldMk cId="3869510425" sldId="260"/>
            <ac:spMk id="3" creationId="{F887C6F2-2119-6F42-FFB9-9FA864830348}"/>
          </ac:spMkLst>
        </pc:spChg>
        <pc:spChg chg="add del mod">
          <ac:chgData name="Sarthak Sharma" userId="16803c0d-c230-4ae1-bbf2-1439c964a0fd" providerId="ADAL" clId="{55161AFF-56C2-4250-938E-2D0514461C5D}" dt="2026-06-22T19:42:35.408" v="122" actId="478"/>
          <ac:spMkLst>
            <pc:docMk/>
            <pc:sldMk cId="3869510425" sldId="260"/>
            <ac:spMk id="5" creationId="{08A29341-B2E9-FCE3-DC55-4931B43B6CCE}"/>
          </ac:spMkLst>
        </pc:spChg>
        <pc:spChg chg="add del mod">
          <ac:chgData name="Sarthak Sharma" userId="16803c0d-c230-4ae1-bbf2-1439c964a0fd" providerId="ADAL" clId="{55161AFF-56C2-4250-938E-2D0514461C5D}" dt="2026-06-22T19:42:35.408" v="122" actId="478"/>
          <ac:spMkLst>
            <pc:docMk/>
            <pc:sldMk cId="3869510425" sldId="260"/>
            <ac:spMk id="6" creationId="{C414B828-6E27-6B62-DCE1-D8E2BE881B81}"/>
          </ac:spMkLst>
        </pc:spChg>
        <pc:spChg chg="add del mod">
          <ac:chgData name="Sarthak Sharma" userId="16803c0d-c230-4ae1-bbf2-1439c964a0fd" providerId="ADAL" clId="{55161AFF-56C2-4250-938E-2D0514461C5D}" dt="2026-06-22T19:27:20.259" v="56" actId="478"/>
          <ac:spMkLst>
            <pc:docMk/>
            <pc:sldMk cId="3869510425" sldId="260"/>
            <ac:spMk id="7" creationId="{3FB6F4F6-420F-9E3F-CA98-9EC395D0E6E9}"/>
          </ac:spMkLst>
        </pc:spChg>
        <pc:spChg chg="add mod">
          <ac:chgData name="Sarthak Sharma" userId="16803c0d-c230-4ae1-bbf2-1439c964a0fd" providerId="ADAL" clId="{55161AFF-56C2-4250-938E-2D0514461C5D}" dt="2026-06-22T19:43:07.555" v="129" actId="20577"/>
          <ac:spMkLst>
            <pc:docMk/>
            <pc:sldMk cId="3869510425" sldId="260"/>
            <ac:spMk id="7" creationId="{B4B700D6-D315-1305-048C-46932F2CD96B}"/>
          </ac:spMkLst>
        </pc:spChg>
        <pc:spChg chg="add del mod">
          <ac:chgData name="Sarthak Sharma" userId="16803c0d-c230-4ae1-bbf2-1439c964a0fd" providerId="ADAL" clId="{55161AFF-56C2-4250-938E-2D0514461C5D}" dt="2026-06-22T19:32:08.039" v="73" actId="478"/>
          <ac:spMkLst>
            <pc:docMk/>
            <pc:sldMk cId="3869510425" sldId="260"/>
            <ac:spMk id="8" creationId="{6DA9B4EE-16B3-50A0-E45D-98529B9F76FF}"/>
          </ac:spMkLst>
        </pc:spChg>
        <pc:spChg chg="add mod">
          <ac:chgData name="Sarthak Sharma" userId="16803c0d-c230-4ae1-bbf2-1439c964a0fd" providerId="ADAL" clId="{55161AFF-56C2-4250-938E-2D0514461C5D}" dt="2026-06-22T19:43:10.464" v="131" actId="20577"/>
          <ac:spMkLst>
            <pc:docMk/>
            <pc:sldMk cId="3869510425" sldId="260"/>
            <ac:spMk id="8" creationId="{879BC150-229B-946C-6FA8-5B42D9C78783}"/>
          </ac:spMkLst>
        </pc:spChg>
        <pc:spChg chg="add mod">
          <ac:chgData name="Sarthak Sharma" userId="16803c0d-c230-4ae1-bbf2-1439c964a0fd" providerId="ADAL" clId="{55161AFF-56C2-4250-938E-2D0514461C5D}" dt="2026-06-22T19:33:15.328" v="94" actId="113"/>
          <ac:spMkLst>
            <pc:docMk/>
            <pc:sldMk cId="3869510425" sldId="260"/>
            <ac:spMk id="10" creationId="{F542978D-7E66-078A-CA21-193FFB4487AB}"/>
          </ac:spMkLst>
        </pc:spChg>
        <pc:spChg chg="add mod">
          <ac:chgData name="Sarthak Sharma" userId="16803c0d-c230-4ae1-bbf2-1439c964a0fd" providerId="ADAL" clId="{55161AFF-56C2-4250-938E-2D0514461C5D}" dt="2026-06-22T19:33:42.742" v="113" actId="113"/>
          <ac:spMkLst>
            <pc:docMk/>
            <pc:sldMk cId="3869510425" sldId="260"/>
            <ac:spMk id="11" creationId="{A96F67A2-4A7A-1721-9013-DC421D3F4C8E}"/>
          </ac:spMkLst>
        </pc:spChg>
        <pc:graphicFrameChg chg="add mod">
          <ac:chgData name="Sarthak Sharma" userId="16803c0d-c230-4ae1-bbf2-1439c964a0fd" providerId="ADAL" clId="{55161AFF-56C2-4250-938E-2D0514461C5D}" dt="2026-06-22T19:32:39.018" v="79"/>
          <ac:graphicFrameMkLst>
            <pc:docMk/>
            <pc:sldMk cId="3869510425" sldId="260"/>
            <ac:graphicFrameMk id="9" creationId="{38927904-7B05-D5F7-3ADE-45DC8F67FFF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4820"/>
          </a:xfrm>
          <a:prstGeom prst="rect">
            <a:avLst/>
          </a:prstGeom>
        </p:spPr>
        <p:txBody>
          <a:bodyPr vert="horz" lIns="92757" tIns="46378" rIns="92757" bIns="4637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4820"/>
          </a:xfrm>
          <a:prstGeom prst="rect">
            <a:avLst/>
          </a:prstGeom>
        </p:spPr>
        <p:txBody>
          <a:bodyPr vert="horz" lIns="92757" tIns="46378" rIns="92757" bIns="46378" rtlCol="0"/>
          <a:lstStyle>
            <a:lvl1pPr algn="r">
              <a:defRPr sz="1200"/>
            </a:lvl1pPr>
          </a:lstStyle>
          <a:p>
            <a:fld id="{A72ABC98-FFAF-42F0-A5DC-FB5C8D487B5B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77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757" tIns="46378" rIns="92757" bIns="4637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1"/>
            <a:ext cx="5608320" cy="4183380"/>
          </a:xfrm>
          <a:prstGeom prst="rect">
            <a:avLst/>
          </a:prstGeom>
        </p:spPr>
        <p:txBody>
          <a:bodyPr vert="horz" lIns="92757" tIns="46378" rIns="92757" bIns="4637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2757" tIns="46378" rIns="92757" bIns="4637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2757" tIns="46378" rIns="92757" bIns="46378" rtlCol="0" anchor="b"/>
          <a:lstStyle>
            <a:lvl1pPr algn="r">
              <a:defRPr sz="1200"/>
            </a:lvl1pPr>
          </a:lstStyle>
          <a:p>
            <a:fld id="{657A7388-0ABE-4DCF-9E5A-7A70820B5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74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676400"/>
            <a:ext cx="5867400" cy="2289175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4504944"/>
            <a:ext cx="6400800" cy="1085088"/>
          </a:xfrm>
        </p:spPr>
        <p:txBody>
          <a:bodyPr>
            <a:normAutofit/>
          </a:bodyPr>
          <a:lstStyle>
            <a:lvl1pPr marL="0" indent="0" algn="l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51072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Wingdings" panose="05000000000000000000" pitchFamily="2" charset="2"/>
              <a:buChar char="§"/>
              <a:defRPr sz="1800">
                <a:solidFill>
                  <a:schemeClr val="bg1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Wingdings" panose="05000000000000000000" pitchFamily="2" charset="2"/>
              <a:buChar char="§"/>
              <a:defRPr sz="1800">
                <a:solidFill>
                  <a:schemeClr val="bg1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Wingdings" panose="05000000000000000000" pitchFamily="2" charset="2"/>
              <a:buChar char="§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BDDE3B-6E17-4A89-9F93-DBB317C0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928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+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Wingdings" panose="05000000000000000000" pitchFamily="2" charset="2"/>
              <a:buChar char="§"/>
              <a:defRPr sz="1800">
                <a:solidFill>
                  <a:schemeClr val="bg1"/>
                </a:solidFill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Wingdings" panose="05000000000000000000" pitchFamily="2" charset="2"/>
              <a:buChar char="§"/>
              <a:defRPr sz="1800">
                <a:solidFill>
                  <a:schemeClr val="bg1"/>
                </a:solidFill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 typeface="Wingdings" panose="05000000000000000000" pitchFamily="2" charset="2"/>
              <a:buChar char="§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23672" y="6056376"/>
            <a:ext cx="7543800" cy="365125"/>
          </a:xfrm>
          <a:prstGeom prst="rect">
            <a:avLst/>
          </a:prstGeom>
        </p:spPr>
        <p:txBody>
          <a:bodyPr/>
          <a:lstStyle>
            <a:lvl1pPr>
              <a:defRPr sz="1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6BDDE3B-6E17-4A89-9F93-DBB317C0A6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52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ransi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0576" y="1524000"/>
            <a:ext cx="6108192" cy="3429000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BDDE3B-6E17-4A89-9F93-DBB317C0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86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BDDE3B-6E17-4A89-9F93-DBB317C0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103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t Slid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4424" y="1066800"/>
            <a:ext cx="4038600" cy="5059363"/>
          </a:xfrm>
        </p:spPr>
        <p:txBody>
          <a:bodyPr/>
          <a:lstStyle>
            <a:lvl1pPr>
              <a:buClr>
                <a:schemeClr val="tx1"/>
              </a:buClr>
              <a:defRPr sz="2000"/>
            </a:lvl1pPr>
            <a:lvl2pPr>
              <a:buClrTx/>
              <a:defRPr sz="1800"/>
            </a:lvl2pPr>
            <a:lvl3pPr>
              <a:buClrTx/>
              <a:defRPr sz="1800"/>
            </a:lvl3pPr>
            <a:lvl4pPr>
              <a:buClrTx/>
              <a:defRPr sz="1800"/>
            </a:lvl4pPr>
            <a:lvl5pPr>
              <a:buClrTx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5424" y="1066800"/>
            <a:ext cx="4038600" cy="5059363"/>
          </a:xfrm>
        </p:spPr>
        <p:txBody>
          <a:bodyPr/>
          <a:lstStyle>
            <a:lvl1pPr>
              <a:buClr>
                <a:schemeClr val="tx1"/>
              </a:buClr>
              <a:defRPr sz="2000"/>
            </a:lvl1pPr>
            <a:lvl2pPr>
              <a:buClrTx/>
              <a:defRPr sz="1800"/>
            </a:lvl2pPr>
            <a:lvl3pPr>
              <a:buClrTx/>
              <a:defRPr sz="1800"/>
            </a:lvl3pPr>
            <a:lvl4pPr>
              <a:buClrTx/>
              <a:defRPr sz="1800"/>
            </a:lvl4pPr>
            <a:lvl5pPr>
              <a:buClrTx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BDDE3B-6E17-4A89-9F93-DBB317C0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17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9664" y="1066800"/>
            <a:ext cx="4040188" cy="639762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9664" y="1706562"/>
            <a:ext cx="4040188" cy="3951288"/>
          </a:xfrm>
        </p:spPr>
        <p:txBody>
          <a:bodyPr/>
          <a:lstStyle>
            <a:lvl1pPr marL="274320" indent="-274320">
              <a:buClr>
                <a:schemeClr val="tx1"/>
              </a:buClr>
              <a:buFont typeface="Wingdings" panose="05000000000000000000" pitchFamily="2" charset="2"/>
              <a:buChar char="§"/>
              <a:defRPr sz="2000"/>
            </a:lvl1pPr>
            <a:lvl2pPr>
              <a:buClrTx/>
              <a:defRPr sz="1800"/>
            </a:lvl2pPr>
            <a:lvl3pPr>
              <a:buClrTx/>
              <a:defRPr sz="1800"/>
            </a:lvl3pPr>
            <a:lvl4pPr>
              <a:buClrTx/>
              <a:defRPr sz="1800"/>
            </a:lvl4pPr>
            <a:lvl5pPr>
              <a:buClrTx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47489" y="1066800"/>
            <a:ext cx="4041775" cy="639762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47489" y="1706562"/>
            <a:ext cx="4041775" cy="3951288"/>
          </a:xfrm>
        </p:spPr>
        <p:txBody>
          <a:bodyPr/>
          <a:lstStyle>
            <a:lvl1pPr>
              <a:buClr>
                <a:schemeClr val="tx1"/>
              </a:buClr>
              <a:defRPr sz="2000"/>
            </a:lvl1pPr>
            <a:lvl2pPr>
              <a:buClrTx/>
              <a:defRPr sz="1800"/>
            </a:lvl2pPr>
            <a:lvl3pPr>
              <a:buClrTx/>
              <a:defRPr sz="1800"/>
            </a:lvl3pPr>
            <a:lvl4pPr>
              <a:buClrTx/>
              <a:defRPr sz="1800"/>
            </a:lvl4pPr>
            <a:lvl5pPr>
              <a:buClrTx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BDDE3B-6E17-4A89-9F93-DBB317C0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667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2608" y="0"/>
            <a:ext cx="8229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2608" y="102076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-15240" y="654837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6BDDE3B-6E17-4A89-9F93-DBB317C0A6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961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4" r:id="rId4"/>
    <p:sldLayoutId id="2147483661" r:id="rId5"/>
    <p:sldLayoutId id="2147483652" r:id="rId6"/>
    <p:sldLayoutId id="2147483653" r:id="rId7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74320" indent="-274320" algn="l" defTabSz="914400" rtl="0" eaLnBrk="1" latinLnBrk="0" hangingPunct="1">
        <a:spcBef>
          <a:spcPts val="0"/>
        </a:spcBef>
        <a:spcAft>
          <a:spcPts val="600"/>
        </a:spcAft>
        <a:buClr>
          <a:schemeClr val="tx1"/>
        </a:buClr>
        <a:buFont typeface="Wingdings" panose="05000000000000000000" pitchFamily="2" charset="2"/>
        <a:buChar char="§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spcBef>
          <a:spcPts val="0"/>
        </a:spcBef>
        <a:spcAft>
          <a:spcPts val="600"/>
        </a:spcAft>
        <a:buClrTx/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spcBef>
          <a:spcPts val="0"/>
        </a:spcBef>
        <a:spcAft>
          <a:spcPts val="600"/>
        </a:spcAft>
        <a:buClrTx/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spcBef>
          <a:spcPts val="0"/>
        </a:spcBef>
        <a:spcAft>
          <a:spcPts val="600"/>
        </a:spcAft>
        <a:buClrTx/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ts val="0"/>
        </a:spcBef>
        <a:spcAft>
          <a:spcPts val="600"/>
        </a:spcAft>
        <a:buClrTx/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[Store Number]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BDDE3B-6E17-4A89-9F93-DBB317C0A6AD}" type="slidenum">
              <a:rPr lang="en-US" smtClean="0"/>
              <a:t>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7C6F2-2119-6F42-FFB9-9FA864830348}"/>
              </a:ext>
            </a:extLst>
          </p:cNvPr>
          <p:cNvSpPr txBox="1"/>
          <p:nvPr/>
        </p:nvSpPr>
        <p:spPr>
          <a:xfrm>
            <a:off x="457200" y="1066800"/>
            <a:ext cx="2438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[Image 1]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42978D-7E66-078A-CA21-193FFB4487AB}"/>
              </a:ext>
            </a:extLst>
          </p:cNvPr>
          <p:cNvSpPr txBox="1"/>
          <p:nvPr/>
        </p:nvSpPr>
        <p:spPr>
          <a:xfrm>
            <a:off x="3637788" y="4267200"/>
            <a:ext cx="3368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SALES UNITS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6F67A2-4A7A-1721-9013-DC421D3F4C8E}"/>
              </a:ext>
            </a:extLst>
          </p:cNvPr>
          <p:cNvSpPr txBox="1"/>
          <p:nvPr/>
        </p:nvSpPr>
        <p:spPr>
          <a:xfrm>
            <a:off x="3352800" y="4800600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[UNITS]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B700D6-D315-1305-048C-46932F2CD96B}"/>
              </a:ext>
            </a:extLst>
          </p:cNvPr>
          <p:cNvSpPr txBox="1"/>
          <p:nvPr/>
        </p:nvSpPr>
        <p:spPr>
          <a:xfrm>
            <a:off x="3364992" y="1066800"/>
            <a:ext cx="2438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[Image 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9BC150-229B-946C-6FA8-5B42D9C78783}"/>
              </a:ext>
            </a:extLst>
          </p:cNvPr>
          <p:cNvSpPr txBox="1"/>
          <p:nvPr/>
        </p:nvSpPr>
        <p:spPr>
          <a:xfrm>
            <a:off x="6248400" y="1083113"/>
            <a:ext cx="2438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[Image 3]</a:t>
            </a:r>
          </a:p>
        </p:txBody>
      </p:sp>
    </p:spTree>
    <p:extLst>
      <p:ext uri="{BB962C8B-B14F-4D97-AF65-F5344CB8AC3E}">
        <p14:creationId xmlns:p14="http://schemas.microsoft.com/office/powerpoint/2010/main" val="3869510425"/>
      </p:ext>
    </p:extLst>
  </p:cSld>
  <p:clrMapOvr>
    <a:masterClrMapping/>
  </p:clrMapOvr>
</p:sld>
</file>

<file path=ppt/theme/theme1.xml><?xml version="1.0" encoding="utf-8"?>
<a:theme xmlns:a="http://schemas.openxmlformats.org/drawingml/2006/main" name="THD 2015 - Standard Template">
  <a:themeElements>
    <a:clrScheme name="Custom 3">
      <a:dk1>
        <a:srgbClr val="F58220"/>
      </a:dk1>
      <a:lt1>
        <a:srgbClr val="1C1C1C"/>
      </a:lt1>
      <a:dk2>
        <a:srgbClr val="5F5F5F"/>
      </a:dk2>
      <a:lt2>
        <a:srgbClr val="E8E8E8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5421</TotalTime>
  <Words>22</Words>
  <Application>Microsoft Office PowerPoint</Application>
  <PresentationFormat>On-screen Show (4:3)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Wingdings</vt:lpstr>
      <vt:lpstr>THD 2015 - Standard Template</vt:lpstr>
      <vt:lpstr>[Store Number]</vt:lpstr>
    </vt:vector>
  </TitlesOfParts>
  <Company>The Home Depot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Johnston, Lana</dc:creator>
  <cp:lastModifiedBy>Sarthak Sharma</cp:lastModifiedBy>
  <cp:revision>96</cp:revision>
  <cp:lastPrinted>2019-05-18T00:13:54Z</cp:lastPrinted>
  <dcterms:created xsi:type="dcterms:W3CDTF">2014-12-09T11:42:05Z</dcterms:created>
  <dcterms:modified xsi:type="dcterms:W3CDTF">2026-06-22T19:43:13Z</dcterms:modified>
</cp:coreProperties>
</file>