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"/>
  </p:notesMasterIdLst>
  <p:sldIdLst>
    <p:sldId id="1478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68121"/>
    <a:srgbClr val="0D926D"/>
    <a:srgbClr val="FBB548"/>
    <a:srgbClr val="953A42"/>
    <a:srgbClr val="D8D8D8"/>
    <a:srgbClr val="BF9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08" autoAdjust="0"/>
    <p:restoredTop sz="83639" autoAdjust="0"/>
  </p:normalViewPr>
  <p:slideViewPr>
    <p:cSldViewPr snapToGrid="0">
      <p:cViewPr varScale="1">
        <p:scale>
          <a:sx n="111" d="100"/>
          <a:sy n="111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BA46F9F0-39B0-4C1C-B735-970A6E5CB2FD}"/>
    <pc:docChg chg="delSld modSld delMainMaster">
      <pc:chgData name="Sarthak Sharma" userId="16803c0d-c230-4ae1-bbf2-1439c964a0fd" providerId="ADAL" clId="{BA46F9F0-39B0-4C1C-B735-970A6E5CB2FD}" dt="2026-06-23T15:19:30.195" v="125" actId="122"/>
      <pc:docMkLst>
        <pc:docMk/>
      </pc:docMkLst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4156672478" sldId="256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370912907" sldId="257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831750919" sldId="362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441513592" sldId="1288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285140731" sldId="1368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4088038966" sldId="1369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310444533" sldId="1437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863202973" sldId="1440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473237241" sldId="1442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134370043" sldId="1443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977920579" sldId="1444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569267801" sldId="1462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681618945" sldId="1463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335012065" sldId="1464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561520226" sldId="1465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4167232104" sldId="1466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154644529" sldId="1468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200864221" sldId="1469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593709237" sldId="1470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673930243" sldId="1471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326678883" sldId="1473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140168142" sldId="1474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367553650" sldId="1475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745839341" sldId="1476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2887143544" sldId="1477"/>
        </pc:sldMkLst>
      </pc:sldChg>
      <pc:sldChg chg="addSp delSp modSp mod">
        <pc:chgData name="Sarthak Sharma" userId="16803c0d-c230-4ae1-bbf2-1439c964a0fd" providerId="ADAL" clId="{BA46F9F0-39B0-4C1C-B735-970A6E5CB2FD}" dt="2026-06-23T15:19:30.195" v="125" actId="122"/>
        <pc:sldMkLst>
          <pc:docMk/>
          <pc:sldMk cId="2066897192" sldId="1478"/>
        </pc:sldMkLst>
        <pc:spChg chg="mod">
          <ac:chgData name="Sarthak Sharma" userId="16803c0d-c230-4ae1-bbf2-1439c964a0fd" providerId="ADAL" clId="{BA46F9F0-39B0-4C1C-B735-970A6E5CB2FD}" dt="2026-06-23T15:17:00.638" v="22" actId="20577"/>
          <ac:spMkLst>
            <pc:docMk/>
            <pc:sldMk cId="2066897192" sldId="1478"/>
            <ac:spMk id="5" creationId="{7864433F-9666-CBBC-B7CB-3A64B0945191}"/>
          </ac:spMkLst>
        </pc:spChg>
        <pc:spChg chg="add mod">
          <ac:chgData name="Sarthak Sharma" userId="16803c0d-c230-4ae1-bbf2-1439c964a0fd" providerId="ADAL" clId="{BA46F9F0-39B0-4C1C-B735-970A6E5CB2FD}" dt="2026-06-23T15:17:54.914" v="64" actId="767"/>
          <ac:spMkLst>
            <pc:docMk/>
            <pc:sldMk cId="2066897192" sldId="1478"/>
            <ac:spMk id="6" creationId="{E6BB1E40-140A-92A8-AE7D-8D78E33D2DE2}"/>
          </ac:spMkLst>
        </pc:spChg>
        <pc:spChg chg="mod">
          <ac:chgData name="Sarthak Sharma" userId="16803c0d-c230-4ae1-bbf2-1439c964a0fd" providerId="ADAL" clId="{BA46F9F0-39B0-4C1C-B735-970A6E5CB2FD}" dt="2026-06-23T15:09:55.676" v="8" actId="20577"/>
          <ac:spMkLst>
            <pc:docMk/>
            <pc:sldMk cId="2066897192" sldId="1478"/>
            <ac:spMk id="8" creationId="{6FD02469-552E-2C36-7EC6-FBE0DFC7BBDB}"/>
          </ac:spMkLst>
        </pc:spChg>
        <pc:spChg chg="add mod">
          <ac:chgData name="Sarthak Sharma" userId="16803c0d-c230-4ae1-bbf2-1439c964a0fd" providerId="ADAL" clId="{BA46F9F0-39B0-4C1C-B735-970A6E5CB2FD}" dt="2026-06-23T15:18:37.415" v="97" actId="20577"/>
          <ac:spMkLst>
            <pc:docMk/>
            <pc:sldMk cId="2066897192" sldId="1478"/>
            <ac:spMk id="10" creationId="{8CD5B0B3-5893-6688-0229-A1A90B9EA1CA}"/>
          </ac:spMkLst>
        </pc:spChg>
        <pc:spChg chg="mod">
          <ac:chgData name="Sarthak Sharma" userId="16803c0d-c230-4ae1-bbf2-1439c964a0fd" providerId="ADAL" clId="{BA46F9F0-39B0-4C1C-B735-970A6E5CB2FD}" dt="2026-06-23T15:17:36.808" v="62" actId="20577"/>
          <ac:spMkLst>
            <pc:docMk/>
            <pc:sldMk cId="2066897192" sldId="1478"/>
            <ac:spMk id="11" creationId="{AEA79338-57AA-4631-69E5-E5BD70DE560D}"/>
          </ac:spMkLst>
        </pc:spChg>
        <pc:spChg chg="add mod">
          <ac:chgData name="Sarthak Sharma" userId="16803c0d-c230-4ae1-bbf2-1439c964a0fd" providerId="ADAL" clId="{BA46F9F0-39B0-4C1C-B735-970A6E5CB2FD}" dt="2026-06-23T15:19:30.195" v="125" actId="122"/>
          <ac:spMkLst>
            <pc:docMk/>
            <pc:sldMk cId="2066897192" sldId="1478"/>
            <ac:spMk id="12" creationId="{7432F3BB-2D45-3A24-0EC3-ACA2538BF0E7}"/>
          </ac:spMkLst>
        </pc:spChg>
        <pc:spChg chg="mod">
          <ac:chgData name="Sarthak Sharma" userId="16803c0d-c230-4ae1-bbf2-1439c964a0fd" providerId="ADAL" clId="{BA46F9F0-39B0-4C1C-B735-970A6E5CB2FD}" dt="2026-06-23T15:10:14.180" v="9"/>
          <ac:spMkLst>
            <pc:docMk/>
            <pc:sldMk cId="2066897192" sldId="1478"/>
            <ac:spMk id="15" creationId="{51CD5CB6-C44A-E445-DAB5-CCE6CCE8E277}"/>
          </ac:spMkLst>
        </pc:spChg>
        <pc:spChg chg="mod">
          <ac:chgData name="Sarthak Sharma" userId="16803c0d-c230-4ae1-bbf2-1439c964a0fd" providerId="ADAL" clId="{BA46F9F0-39B0-4C1C-B735-970A6E5CB2FD}" dt="2026-06-23T15:17:14.502" v="30" actId="20577"/>
          <ac:spMkLst>
            <pc:docMk/>
            <pc:sldMk cId="2066897192" sldId="1478"/>
            <ac:spMk id="19" creationId="{274ADA9F-5182-0C23-6B78-3DD50C7F488B}"/>
          </ac:spMkLst>
        </pc:spChg>
        <pc:spChg chg="mod">
          <ac:chgData name="Sarthak Sharma" userId="16803c0d-c230-4ae1-bbf2-1439c964a0fd" providerId="ADAL" clId="{BA46F9F0-39B0-4C1C-B735-970A6E5CB2FD}" dt="2026-06-23T15:17:27.071" v="42" actId="20577"/>
          <ac:spMkLst>
            <pc:docMk/>
            <pc:sldMk cId="2066897192" sldId="1478"/>
            <ac:spMk id="20" creationId="{4710B040-FBA2-5727-AAAD-6D06F88207C8}"/>
          </ac:spMkLst>
        </pc:spChg>
        <pc:picChg chg="del">
          <ac:chgData name="Sarthak Sharma" userId="16803c0d-c230-4ae1-bbf2-1439c964a0fd" providerId="ADAL" clId="{BA46F9F0-39B0-4C1C-B735-970A6E5CB2FD}" dt="2026-06-23T15:17:44.047" v="63" actId="478"/>
          <ac:picMkLst>
            <pc:docMk/>
            <pc:sldMk cId="2066897192" sldId="1478"/>
            <ac:picMk id="2" creationId="{733C7825-C3D3-39D0-AC87-60FF95B44CAC}"/>
          </ac:picMkLst>
        </pc:picChg>
        <pc:picChg chg="del">
          <ac:chgData name="Sarthak Sharma" userId="16803c0d-c230-4ae1-bbf2-1439c964a0fd" providerId="ADAL" clId="{BA46F9F0-39B0-4C1C-B735-970A6E5CB2FD}" dt="2026-06-23T15:18:55.295" v="98" actId="478"/>
          <ac:picMkLst>
            <pc:docMk/>
            <pc:sldMk cId="2066897192" sldId="1478"/>
            <ac:picMk id="14" creationId="{B772173B-F36E-2D82-98AA-296CAD66733C}"/>
          </ac:picMkLst>
        </pc:picChg>
        <pc:cxnChg chg="mod">
          <ac:chgData name="Sarthak Sharma" userId="16803c0d-c230-4ae1-bbf2-1439c964a0fd" providerId="ADAL" clId="{BA46F9F0-39B0-4C1C-B735-970A6E5CB2FD}" dt="2026-06-23T15:16:59.294" v="20" actId="20577"/>
          <ac:cxnSpMkLst>
            <pc:docMk/>
            <pc:sldMk cId="2066897192" sldId="1478"/>
            <ac:cxnSpMk id="3" creationId="{D5BEC558-4013-9671-29BC-655DC7431FFF}"/>
          </ac:cxnSpMkLst>
        </pc:cxnChg>
        <pc:cxnChg chg="mod">
          <ac:chgData name="Sarthak Sharma" userId="16803c0d-c230-4ae1-bbf2-1439c964a0fd" providerId="ADAL" clId="{BA46F9F0-39B0-4C1C-B735-970A6E5CB2FD}" dt="2026-06-23T15:16:59.294" v="20" actId="20577"/>
          <ac:cxnSpMkLst>
            <pc:docMk/>
            <pc:sldMk cId="2066897192" sldId="1478"/>
            <ac:cxnSpMk id="4" creationId="{6726D4D0-6D15-BE5E-1B26-46D765B019B0}"/>
          </ac:cxnSpMkLst>
        </pc:cxnChg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472415080" sldId="1479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9709102" sldId="1480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178466756" sldId="1481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730062296" sldId="1482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159282148" sldId="1483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1816528950" sldId="1484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647423721" sldId="1485"/>
        </pc:sldMkLst>
      </pc:sldChg>
      <pc:sldChg chg="del">
        <pc:chgData name="Sarthak Sharma" userId="16803c0d-c230-4ae1-bbf2-1439c964a0fd" providerId="ADAL" clId="{BA46F9F0-39B0-4C1C-B735-970A6E5CB2FD}" dt="2026-06-23T15:09:40.357" v="0" actId="47"/>
        <pc:sldMkLst>
          <pc:docMk/>
          <pc:sldMk cId="372657928" sldId="1486"/>
        </pc:sldMkLst>
      </pc:sldChg>
      <pc:sldMasterChg chg="del delSldLayout">
        <pc:chgData name="Sarthak Sharma" userId="16803c0d-c230-4ae1-bbf2-1439c964a0fd" providerId="ADAL" clId="{BA46F9F0-39B0-4C1C-B735-970A6E5CB2FD}" dt="2026-06-23T15:09:40.357" v="0" actId="47"/>
        <pc:sldMasterMkLst>
          <pc:docMk/>
          <pc:sldMasterMk cId="688382058" sldId="2147483648"/>
        </pc:sldMasterMkLst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2650820680" sldId="2147483649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3724198102" sldId="2147483650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1846268450" sldId="2147483651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1321960560" sldId="2147483652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2994561666" sldId="2147483653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4275061549" sldId="2147483654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2294590951" sldId="2147483655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891901215" sldId="2147483656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141660580" sldId="2147483657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1661004630" sldId="2147483658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688382058" sldId="2147483648"/>
            <pc:sldLayoutMk cId="4058710628" sldId="2147483659"/>
          </pc:sldLayoutMkLst>
        </pc:sldLayoutChg>
      </pc:sldMasterChg>
      <pc:sldMasterChg chg="del delSldLayout">
        <pc:chgData name="Sarthak Sharma" userId="16803c0d-c230-4ae1-bbf2-1439c964a0fd" providerId="ADAL" clId="{BA46F9F0-39B0-4C1C-B735-970A6E5CB2FD}" dt="2026-06-23T15:09:40.357" v="0" actId="47"/>
        <pc:sldMasterMkLst>
          <pc:docMk/>
          <pc:sldMasterMk cId="3202989943" sldId="2147483660"/>
        </pc:sldMasterMkLst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3706126289" sldId="2147483661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1523752977" sldId="2147483662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1291848270" sldId="2147483663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4187321005" sldId="2147483664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2766233961" sldId="2147483665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2547279607" sldId="2147483666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3547607241" sldId="2147483667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3916475643" sldId="2147483668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202989943" sldId="2147483660"/>
            <pc:sldLayoutMk cId="3267091238" sldId="2147483683"/>
          </pc:sldLayoutMkLst>
        </pc:sldLayoutChg>
      </pc:sldMasterChg>
      <pc:sldMasterChg chg="del delSldLayout">
        <pc:chgData name="Sarthak Sharma" userId="16803c0d-c230-4ae1-bbf2-1439c964a0fd" providerId="ADAL" clId="{BA46F9F0-39B0-4C1C-B735-970A6E5CB2FD}" dt="2026-06-23T15:09:40.357" v="0" actId="47"/>
        <pc:sldMasterMkLst>
          <pc:docMk/>
          <pc:sldMasterMk cId="3470414892" sldId="2147483684"/>
        </pc:sldMasterMkLst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986801557" sldId="2147483685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667091413" sldId="2147483686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703890839" sldId="2147483687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630398604" sldId="2147483688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751126384" sldId="2147483689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831057158" sldId="2147483690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4254857085" sldId="2147483691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300281065" sldId="2147483692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19725937" sldId="2147483693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104269574" sldId="2147483694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1150841040" sldId="2147483695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85317552" sldId="2147483696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2911056015" sldId="2147483697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37948981" sldId="2147483698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931808266" sldId="2147483699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1065632128" sldId="2147483700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929960593" sldId="2147483701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891847286" sldId="2147483702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4013172230" sldId="2147483703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255057234" sldId="2147483704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1641592762" sldId="2147483705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371999553" sldId="2147483706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761202871" sldId="2147483707"/>
          </pc:sldLayoutMkLst>
        </pc:sldLayoutChg>
        <pc:sldLayoutChg chg="del">
          <pc:chgData name="Sarthak Sharma" userId="16803c0d-c230-4ae1-bbf2-1439c964a0fd" providerId="ADAL" clId="{BA46F9F0-39B0-4C1C-B735-970A6E5CB2FD}" dt="2026-06-23T15:09:40.357" v="0" actId="47"/>
          <pc:sldLayoutMkLst>
            <pc:docMk/>
            <pc:sldMasterMk cId="3470414892" sldId="2147483684"/>
            <pc:sldLayoutMk cId="3100604124" sldId="214748370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CD4E5-6116-4C7C-86F1-DFBF63A783B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094D6-6B33-440E-8CAA-E5EDCAB42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2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4553-43A7-6C38-1CB5-DFFC2D7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320804EC-1022-C97C-C669-F53477C531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2318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1355C4-86D4-42FC-897F-CC32F4FECF1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itchFamily="34" charset="0"/>
                <a:ea typeface="+mn-ea"/>
                <a:cs typeface="+mn-cs"/>
              </a:rPr>
              <a:pPr marL="0" marR="0" lvl="0" indent="0" algn="r" defTabSz="923186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08FD86A-BD73-A896-AE52-21D54A9708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0200" y="698500"/>
            <a:ext cx="6196013" cy="348615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C30A82A-72B6-8320-29D4-965A324F8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294" y="4414561"/>
            <a:ext cx="5027414" cy="3968800"/>
          </a:xfrm>
          <a:noFill/>
          <a:ln/>
        </p:spPr>
        <p:txBody>
          <a:bodyPr/>
          <a:lstStyle/>
          <a:p>
            <a:pPr marL="219807" indent="-219807" eaLnBrk="1" hangingPunct="1">
              <a:buFontTx/>
              <a:buChar char="•"/>
            </a:pPr>
            <a:r>
              <a:rPr lang="en-US" dirty="0"/>
              <a:t>Insert all new item introductions/proposals for next season.</a:t>
            </a:r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Fill out slide completely and accurately for each item.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sz="1300" b="1" dirty="0"/>
              <a:t>NOTE: Slides MUST be in descending order based on Projected Sales RTL $.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Key information to include/address (per item):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Introduction dates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Strategic position to the category (turf protector, profit generator, traffic builder,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impact to the category (cannibalize existing sales, new growth/technology,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Avg. Retail Pricing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Sales Volume (annual)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Margin Rate% to Home Depot (IMU)</a:t>
            </a:r>
          </a:p>
        </p:txBody>
      </p:sp>
    </p:spTree>
    <p:extLst>
      <p:ext uri="{BB962C8B-B14F-4D97-AF65-F5344CB8AC3E}">
        <p14:creationId xmlns:p14="http://schemas.microsoft.com/office/powerpoint/2010/main" val="329125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0"/>
          <p:cNvSpPr>
            <a:spLocks noChangeShapeType="1"/>
          </p:cNvSpPr>
          <p:nvPr/>
        </p:nvSpPr>
        <p:spPr bwMode="auto">
          <a:xfrm>
            <a:off x="1016000" y="2805113"/>
            <a:ext cx="10160000" cy="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 dirty="0"/>
          </a:p>
        </p:txBody>
      </p:sp>
      <p:pic>
        <p:nvPicPr>
          <p:cNvPr id="5" name="Picture 62" descr="APRON-with-Brand-Promi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648200"/>
            <a:ext cx="24384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999067" y="1143000"/>
            <a:ext cx="10160000" cy="1447800"/>
          </a:xfrm>
        </p:spPr>
        <p:txBody>
          <a:bodyPr anchor="b" anchorCtr="1"/>
          <a:lstStyle>
            <a:lvl1pPr algn="ctr">
              <a:lnSpc>
                <a:spcPct val="90000"/>
              </a:lnSpc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2015067" y="3097214"/>
            <a:ext cx="8128000" cy="12461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5287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77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90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733" y="914400"/>
            <a:ext cx="5376333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9267" y="914400"/>
            <a:ext cx="5376333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15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27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239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7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00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784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24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6634" y="22226"/>
            <a:ext cx="2738967" cy="6378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9734" y="22226"/>
            <a:ext cx="8013700" cy="6378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827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885" y="22226"/>
            <a:ext cx="10850033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29733" y="914400"/>
            <a:ext cx="10955867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8033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885" y="22226"/>
            <a:ext cx="10850033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29733" y="914400"/>
            <a:ext cx="10955867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847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 descr="curverule"/>
          <p:cNvPicPr>
            <a:picLocks noChangeAspect="1" noChangeArrowheads="1"/>
          </p:cNvPicPr>
          <p:nvPr/>
        </p:nvPicPr>
        <p:blipFill>
          <a:blip r:embed="rId15" cstate="print"/>
          <a:srcRect r="6337"/>
          <a:stretch>
            <a:fillRect/>
          </a:stretch>
        </p:blipFill>
        <p:spPr bwMode="auto">
          <a:xfrm>
            <a:off x="275167" y="320676"/>
            <a:ext cx="10816167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38100" y="6588125"/>
            <a:ext cx="28448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00000"/>
              </a:lnSpc>
              <a:defRPr/>
            </a:pPr>
            <a:fld id="{F3938EB1-FF97-452D-8823-C008CFF888C6}" type="slidenum">
              <a:rPr lang="en-US" sz="1000" b="1">
                <a:solidFill>
                  <a:srgbClr val="000000"/>
                </a:solidFill>
                <a:latin typeface="Arial" charset="0"/>
              </a:rPr>
              <a:pPr algn="l">
                <a:lnSpc>
                  <a:spcPct val="100000"/>
                </a:lnSpc>
                <a:defRPr/>
              </a:pPr>
              <a:t>‹#›</a:t>
            </a:fld>
            <a:endParaRPr lang="en-US" sz="1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886885" y="22226"/>
            <a:ext cx="10850033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9733" y="914400"/>
            <a:ext cx="10955867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26" descr="Master Depot Logo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1341100" y="6100763"/>
            <a:ext cx="711200" cy="5334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852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115000"/>
        <a:buFont typeface="Wingdings" pitchFamily="2" charset="2"/>
        <a:buChar char="§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15000"/>
        <a:buFont typeface="Wingdings" pitchFamily="2" charset="2"/>
        <a:buChar char="§"/>
        <a:defRPr sz="22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4DA3-BE64-A814-56B1-49B4E6AB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CD5CB6-C44A-E445-DAB5-CCE6CCE8E277}"/>
              </a:ext>
            </a:extLst>
          </p:cNvPr>
          <p:cNvSpPr txBox="1"/>
          <p:nvPr/>
        </p:nvSpPr>
        <p:spPr>
          <a:xfrm>
            <a:off x="4336729" y="1550395"/>
            <a:ext cx="3185487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[FEAT_1]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[FEAT_2]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[FEAT_3]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[FEAT_4]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[FEAT_5]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79338-57AA-4631-69E5-E5BD70DE560D}"/>
              </a:ext>
            </a:extLst>
          </p:cNvPr>
          <p:cNvSpPr txBox="1"/>
          <p:nvPr/>
        </p:nvSpPr>
        <p:spPr>
          <a:xfrm>
            <a:off x="4549854" y="6029405"/>
            <a:ext cx="186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Retail</a:t>
            </a:r>
            <a:r>
              <a:rPr lang="en-US" dirty="0"/>
              <a:t>: [RETAIL]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07C7C-AEEA-9E63-54DA-8AD087515C2B}"/>
              </a:ext>
            </a:extLst>
          </p:cNvPr>
          <p:cNvSpPr txBox="1"/>
          <p:nvPr/>
        </p:nvSpPr>
        <p:spPr>
          <a:xfrm>
            <a:off x="911204" y="78756"/>
            <a:ext cx="454311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68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Outdoor Fountains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D02469-552E-2C36-7EC6-FBE0DFC7BBDB}"/>
              </a:ext>
            </a:extLst>
          </p:cNvPr>
          <p:cNvSpPr txBox="1">
            <a:spLocks/>
          </p:cNvSpPr>
          <p:nvPr/>
        </p:nvSpPr>
        <p:spPr>
          <a:xfrm>
            <a:off x="881707" y="668225"/>
            <a:ext cx="6586865" cy="765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tx1"/>
                </a:solidFill>
              </a:rPr>
              <a:t>[NAME]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ADA9F-5182-0C23-6B78-3DD50C7F488B}"/>
              </a:ext>
            </a:extLst>
          </p:cNvPr>
          <p:cNvSpPr txBox="1"/>
          <p:nvPr/>
        </p:nvSpPr>
        <p:spPr>
          <a:xfrm>
            <a:off x="4549854" y="5054527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Size</a:t>
            </a:r>
            <a:r>
              <a:rPr lang="en-US" dirty="0"/>
              <a:t>: [SIZE]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0B040-FBA2-5727-AAAD-6D06F88207C8}"/>
              </a:ext>
            </a:extLst>
          </p:cNvPr>
          <p:cNvSpPr txBox="1"/>
          <p:nvPr/>
        </p:nvSpPr>
        <p:spPr>
          <a:xfrm>
            <a:off x="4549853" y="5541966"/>
            <a:ext cx="349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Material</a:t>
            </a:r>
            <a:r>
              <a:rPr lang="en-US" dirty="0"/>
              <a:t>: [MATERIAL]</a:t>
            </a:r>
          </a:p>
        </p:txBody>
      </p:sp>
      <p:sp>
        <p:nvSpPr>
          <p:cNvPr id="9" name="AutoShape 2" descr="Generated image: Modern garden gnome sculptures in nature">
            <a:extLst>
              <a:ext uri="{FF2B5EF4-FFF2-40B4-BE49-F238E27FC236}">
                <a16:creationId xmlns:a16="http://schemas.microsoft.com/office/drawing/2014/main" id="{CCA52977-CC74-3D89-0958-133E1C14AC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5BEC558-4013-9671-29BC-655DC7431FFF}"/>
              </a:ext>
            </a:extLst>
          </p:cNvPr>
          <p:cNvCxnSpPr>
            <a:cxnSpLocks/>
            <a:stCxn id="5" idx="0"/>
          </p:cNvCxnSpPr>
          <p:nvPr/>
        </p:nvCxnSpPr>
        <p:spPr bwMode="auto">
          <a:xfrm flipH="1" flipV="1">
            <a:off x="657084" y="1669312"/>
            <a:ext cx="13880" cy="2634365"/>
          </a:xfrm>
          <a:prstGeom prst="straightConnector1">
            <a:avLst/>
          </a:prstGeom>
          <a:noFill/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26D4D0-6D15-BE5E-1B26-46D765B019B0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>
            <a:off x="670964" y="4950008"/>
            <a:ext cx="0" cy="900630"/>
          </a:xfrm>
          <a:prstGeom prst="straightConnector1">
            <a:avLst/>
          </a:prstGeom>
          <a:noFill/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864433F-9666-CBBC-B7CB-3A64B0945191}"/>
              </a:ext>
            </a:extLst>
          </p:cNvPr>
          <p:cNvSpPr txBox="1"/>
          <p:nvPr/>
        </p:nvSpPr>
        <p:spPr>
          <a:xfrm>
            <a:off x="179569" y="4303677"/>
            <a:ext cx="98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[LENGTH]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5B0B3-5893-6688-0229-A1A90B9EA1CA}"/>
              </a:ext>
            </a:extLst>
          </p:cNvPr>
          <p:cNvSpPr txBox="1"/>
          <p:nvPr/>
        </p:nvSpPr>
        <p:spPr>
          <a:xfrm>
            <a:off x="911204" y="1751162"/>
            <a:ext cx="29448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[IMAGE 1]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32F3BB-2D45-3A24-0EC3-ACA2538BF0E7}"/>
              </a:ext>
            </a:extLst>
          </p:cNvPr>
          <p:cNvSpPr txBox="1"/>
          <p:nvPr/>
        </p:nvSpPr>
        <p:spPr>
          <a:xfrm>
            <a:off x="8402128" y="508958"/>
            <a:ext cx="33039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[IMAGE 2]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68971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007 Template">
  <a:themeElements>
    <a:clrScheme name="2007 Template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54A1CD"/>
      </a:accent1>
      <a:accent2>
        <a:srgbClr val="35485C"/>
      </a:accent2>
      <a:accent3>
        <a:srgbClr val="FFFFFF"/>
      </a:accent3>
      <a:accent4>
        <a:srgbClr val="000000"/>
      </a:accent4>
      <a:accent5>
        <a:srgbClr val="B3CDE3"/>
      </a:accent5>
      <a:accent6>
        <a:srgbClr val="2F4053"/>
      </a:accent6>
      <a:hlink>
        <a:srgbClr val="FF903D"/>
      </a:hlink>
      <a:folHlink>
        <a:srgbClr val="E4D4BE"/>
      </a:folHlink>
    </a:clrScheme>
    <a:fontScheme name="2007 Template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2007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FEF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4D4B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14221</TotalTime>
  <Words>159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Impact</vt:lpstr>
      <vt:lpstr>Wingdings</vt:lpstr>
      <vt:lpstr>2007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Charland</dc:creator>
  <cp:lastModifiedBy>Sarthak Sharma</cp:lastModifiedBy>
  <cp:revision>140</cp:revision>
  <dcterms:created xsi:type="dcterms:W3CDTF">2025-04-21T15:36:02Z</dcterms:created>
  <dcterms:modified xsi:type="dcterms:W3CDTF">2026-06-23T15:19:35Z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1EA39E27-3592-4CD6-A7C5-81877FD2AD33</vt:lpwstr>
  </property>
  <property fmtid="{D5CDD505-2E9C-101B-9397-08002B2CF9AE}" pid="3" name="ArticulatePath">
    <vt:lpwstr>Presentation1</vt:lpwstr>
  </property>
</Properties>
</file>