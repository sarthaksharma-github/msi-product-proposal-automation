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80" r:id="rId2"/>
  </p:sldIdLst>
  <p:sldSz cx="9144000" cy="6858000" type="screen4x3"/>
  <p:notesSz cx="6858000" cy="9296400"/>
  <p:defaultTextStyle>
    <a:defPPr>
      <a:defRPr lang="en-US"/>
    </a:defPPr>
    <a:lvl1pPr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0"/>
      </a:spcBef>
      <a:spcAft>
        <a:spcPct val="0"/>
      </a:spcAft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BB0612"/>
    <a:srgbClr val="FF6600"/>
    <a:srgbClr val="EBEAD7"/>
    <a:srgbClr val="CAB990"/>
    <a:srgbClr val="FBC289"/>
    <a:srgbClr val="CEB28C"/>
    <a:srgbClr val="996600"/>
    <a:srgbClr val="C7B68B"/>
    <a:srgbClr val="DCD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63" autoAdjust="0"/>
    <p:restoredTop sz="89882" autoAdjust="0"/>
  </p:normalViewPr>
  <p:slideViewPr>
    <p:cSldViewPr>
      <p:cViewPr varScale="1">
        <p:scale>
          <a:sx n="111" d="100"/>
          <a:sy n="111" d="100"/>
        </p:scale>
        <p:origin x="20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776" y="-72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harma" userId="16803c0d-c230-4ae1-bbf2-1439c964a0fd" providerId="ADAL" clId="{830B16FB-92B3-4AB3-84A2-A4091E02439B}"/>
    <pc:docChg chg="modSld">
      <pc:chgData name="Sarthak Sharma" userId="16803c0d-c230-4ae1-bbf2-1439c964a0fd" providerId="ADAL" clId="{830B16FB-92B3-4AB3-84A2-A4091E02439B}" dt="2026-05-14T19:30:42.472" v="51" actId="20577"/>
      <pc:docMkLst>
        <pc:docMk/>
      </pc:docMkLst>
      <pc:sldChg chg="modSp mod">
        <pc:chgData name="Sarthak Sharma" userId="16803c0d-c230-4ae1-bbf2-1439c964a0fd" providerId="ADAL" clId="{830B16FB-92B3-4AB3-84A2-A4091E02439B}" dt="2026-05-14T19:30:42.472" v="51" actId="20577"/>
        <pc:sldMkLst>
          <pc:docMk/>
          <pc:sldMk cId="1324526300" sldId="380"/>
        </pc:sldMkLst>
        <pc:spChg chg="mod">
          <ac:chgData name="Sarthak Sharma" userId="16803c0d-c230-4ae1-bbf2-1439c964a0fd" providerId="ADAL" clId="{830B16FB-92B3-4AB3-84A2-A4091E02439B}" dt="2026-05-14T19:29:41.949" v="35" actId="20577"/>
          <ac:spMkLst>
            <pc:docMk/>
            <pc:sldMk cId="1324526300" sldId="380"/>
            <ac:spMk id="11267" creationId="{00000000-0000-0000-0000-000000000000}"/>
          </ac:spMkLst>
        </pc:spChg>
        <pc:graphicFrameChg chg="mod modGraphic">
          <ac:chgData name="Sarthak Sharma" userId="16803c0d-c230-4ae1-bbf2-1439c964a0fd" providerId="ADAL" clId="{830B16FB-92B3-4AB3-84A2-A4091E02439B}" dt="2026-05-14T19:30:42.472" v="51" actId="20577"/>
          <ac:graphicFrameMkLst>
            <pc:docMk/>
            <pc:sldMk cId="1324526300" sldId="380"/>
            <ac:graphicFrameMk id="240647" creationId="{00000000-0000-0000-0000-000000000000}"/>
          </ac:graphicFrameMkLst>
        </pc:graphicFrameChg>
      </pc:sldChg>
    </pc:docChg>
  </pc:docChgLst>
  <pc:docChgLst>
    <pc:chgData name="Sarthak Sharma" userId="16803c0d-c230-4ae1-bbf2-1439c964a0fd" providerId="ADAL" clId="{D1437983-37B6-4CE7-9D81-992B41A67A1C}"/>
    <pc:docChg chg="undo custSel addSld delSld modSld">
      <pc:chgData name="Sarthak Sharma" userId="16803c0d-c230-4ae1-bbf2-1439c964a0fd" providerId="ADAL" clId="{D1437983-37B6-4CE7-9D81-992B41A67A1C}" dt="2026-04-30T15:45:03.360" v="227" actId="20577"/>
      <pc:docMkLst>
        <pc:docMk/>
      </pc:docMkLst>
      <pc:sldChg chg="modSp del mod">
        <pc:chgData name="Sarthak Sharma" userId="16803c0d-c230-4ae1-bbf2-1439c964a0fd" providerId="ADAL" clId="{D1437983-37B6-4CE7-9D81-992B41A67A1C}" dt="2026-04-27T20:28:42.621" v="112" actId="47"/>
        <pc:sldMkLst>
          <pc:docMk/>
          <pc:sldMk cId="0" sldId="368"/>
        </pc:sldMkLst>
        <pc:spChg chg="mod">
          <ac:chgData name="Sarthak Sharma" userId="16803c0d-c230-4ae1-bbf2-1439c964a0fd" providerId="ADAL" clId="{D1437983-37B6-4CE7-9D81-992B41A67A1C}" dt="2026-04-24T12:43:59.114" v="89" actId="20577"/>
          <ac:spMkLst>
            <pc:docMk/>
            <pc:sldMk cId="0" sldId="368"/>
            <ac:spMk id="11267" creationId="{00000000-0000-0000-0000-000000000000}"/>
          </ac:spMkLst>
        </pc:spChg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231588818" sldId="369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928553975" sldId="369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1228379733" sldId="370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565246968" sldId="370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410769279" sldId="371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3402442438" sldId="371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75391994" sldId="372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95284830" sldId="372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1202896248" sldId="373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120225615" sldId="373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23124753" sldId="37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860244256" sldId="37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98216489" sldId="375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865989268" sldId="375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324229810" sldId="376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436466780" sldId="376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463200583" sldId="377"/>
        </pc:sldMkLst>
      </pc:sldChg>
      <pc:sldChg chg="add del">
        <pc:chgData name="Sarthak Sharma" userId="16803c0d-c230-4ae1-bbf2-1439c964a0fd" providerId="ADAL" clId="{D1437983-37B6-4CE7-9D81-992B41A67A1C}" dt="2026-04-24T13:30:11.364" v="92" actId="47"/>
        <pc:sldMkLst>
          <pc:docMk/>
          <pc:sldMk cId="2863574985" sldId="377"/>
        </pc:sldMkLst>
      </pc:sldChg>
      <pc:sldChg chg="add del">
        <pc:chgData name="Sarthak Sharma" userId="16803c0d-c230-4ae1-bbf2-1439c964a0fd" providerId="ADAL" clId="{D1437983-37B6-4CE7-9D81-992B41A67A1C}" dt="2026-04-24T13:30:18.079" v="93" actId="47"/>
        <pc:sldMkLst>
          <pc:docMk/>
          <pc:sldMk cId="330704533" sldId="378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748252873" sldId="378"/>
        </pc:sldMkLst>
      </pc:sldChg>
      <pc:sldChg chg="add del">
        <pc:chgData name="Sarthak Sharma" userId="16803c0d-c230-4ae1-bbf2-1439c964a0fd" providerId="ADAL" clId="{D1437983-37B6-4CE7-9D81-992B41A67A1C}" dt="2026-04-24T13:30:18.079" v="93" actId="47"/>
        <pc:sldMkLst>
          <pc:docMk/>
          <pc:sldMk cId="1397613113" sldId="379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743702977" sldId="379"/>
        </pc:sldMkLst>
      </pc:sldChg>
      <pc:sldChg chg="addSp delSp modSp add mod">
        <pc:chgData name="Sarthak Sharma" userId="16803c0d-c230-4ae1-bbf2-1439c964a0fd" providerId="ADAL" clId="{D1437983-37B6-4CE7-9D81-992B41A67A1C}" dt="2026-04-30T15:45:03.360" v="227" actId="20577"/>
        <pc:sldMkLst>
          <pc:docMk/>
          <pc:sldMk cId="1324526300" sldId="380"/>
        </pc:sldMkLst>
        <pc:spChg chg="add del mod">
          <ac:chgData name="Sarthak Sharma" userId="16803c0d-c230-4ae1-bbf2-1439c964a0fd" providerId="ADAL" clId="{D1437983-37B6-4CE7-9D81-992B41A67A1C}" dt="2026-04-29T11:53:01.243" v="198" actId="478"/>
          <ac:spMkLst>
            <pc:docMk/>
            <pc:sldMk cId="1324526300" sldId="380"/>
            <ac:spMk id="2" creationId="{E51CCFFD-632B-8429-EA8A-BDAC5D02DF11}"/>
          </ac:spMkLst>
        </pc:spChg>
        <pc:spChg chg="mod">
          <ac:chgData name="Sarthak Sharma" userId="16803c0d-c230-4ae1-bbf2-1439c964a0fd" providerId="ADAL" clId="{D1437983-37B6-4CE7-9D81-992B41A67A1C}" dt="2026-04-30T15:45:03.360" v="227" actId="20577"/>
          <ac:spMkLst>
            <pc:docMk/>
            <pc:sldMk cId="1324526300" sldId="380"/>
            <ac:spMk id="11267" creationId="{00000000-0000-0000-0000-000000000000}"/>
          </ac:spMkLst>
        </pc:spChg>
        <pc:spChg chg="mod">
          <ac:chgData name="Sarthak Sharma" userId="16803c0d-c230-4ae1-bbf2-1439c964a0fd" providerId="ADAL" clId="{D1437983-37B6-4CE7-9D81-992B41A67A1C}" dt="2026-04-29T11:53:06.786" v="199"/>
          <ac:spMkLst>
            <pc:docMk/>
            <pc:sldMk cId="1324526300" sldId="380"/>
            <ac:spMk id="11289" creationId="{00000000-0000-0000-0000-000000000000}"/>
          </ac:spMkLst>
        </pc:spChg>
        <pc:graphicFrameChg chg="mod modGraphic">
          <ac:chgData name="Sarthak Sharma" userId="16803c0d-c230-4ae1-bbf2-1439c964a0fd" providerId="ADAL" clId="{D1437983-37B6-4CE7-9D81-992B41A67A1C}" dt="2026-04-29T20:04:19.881" v="223" actId="12"/>
          <ac:graphicFrameMkLst>
            <pc:docMk/>
            <pc:sldMk cId="1324526300" sldId="380"/>
            <ac:graphicFrameMk id="240647" creationId="{00000000-0000-0000-0000-000000000000}"/>
          </ac:graphicFrameMkLst>
        </pc:graphicFrameChg>
      </pc:sldChg>
      <pc:sldChg chg="add del">
        <pc:chgData name="Sarthak Sharma" userId="16803c0d-c230-4ae1-bbf2-1439c964a0fd" providerId="ADAL" clId="{D1437983-37B6-4CE7-9D81-992B41A67A1C}" dt="2026-04-24T13:30:18.079" v="93" actId="47"/>
        <pc:sldMkLst>
          <pc:docMk/>
          <pc:sldMk cId="3217760813" sldId="380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842201477" sldId="381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183002851" sldId="381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3128991274" sldId="381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911685182" sldId="382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2265893375" sldId="382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708982159" sldId="382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2196249422" sldId="383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482166421" sldId="383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453671768" sldId="383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44006561" sldId="38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2069188009" sldId="384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420380623" sldId="384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1432506454" sldId="385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877075696" sldId="385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551201847" sldId="385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432401347" sldId="386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532598850" sldId="386"/>
        </pc:sldMkLst>
      </pc:sldChg>
      <pc:sldChg chg="add del">
        <pc:chgData name="Sarthak Sharma" userId="16803c0d-c230-4ae1-bbf2-1439c964a0fd" providerId="ADAL" clId="{D1437983-37B6-4CE7-9D81-992B41A67A1C}" dt="2026-04-27T20:28:42.621" v="112" actId="47"/>
        <pc:sldMkLst>
          <pc:docMk/>
          <pc:sldMk cId="3247084421" sldId="386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522288044" sldId="387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069411392" sldId="387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1059451081" sldId="388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3337952662" sldId="388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256224104" sldId="389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1922743751" sldId="389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1087506955" sldId="390"/>
        </pc:sldMkLst>
      </pc:sldChg>
      <pc:sldChg chg="add del">
        <pc:chgData name="Sarthak Sharma" userId="16803c0d-c230-4ae1-bbf2-1439c964a0fd" providerId="ADAL" clId="{D1437983-37B6-4CE7-9D81-992B41A67A1C}" dt="2026-04-29T11:46:12.283" v="177" actId="47"/>
        <pc:sldMkLst>
          <pc:docMk/>
          <pc:sldMk cId="3496255476" sldId="390"/>
        </pc:sldMkLst>
      </pc:sldChg>
      <pc:sldChg chg="add del">
        <pc:chgData name="Sarthak Sharma" userId="16803c0d-c230-4ae1-bbf2-1439c964a0fd" providerId="ADAL" clId="{D1437983-37B6-4CE7-9D81-992B41A67A1C}" dt="2026-04-28T11:54:29.552" v="133" actId="47"/>
        <pc:sldMkLst>
          <pc:docMk/>
          <pc:sldMk cId="3676592335" sldId="3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903" y="1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195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1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903" y="8832195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fld id="{F910901F-FE09-4595-A943-FD944132A8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11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903" y="1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294" y="4414561"/>
            <a:ext cx="5027414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195"/>
            <a:ext cx="297209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l" defTabSz="92318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903" y="8832195"/>
            <a:ext cx="297209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62" tIns="46132" rIns="92262" bIns="46132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pPr>
              <a:defRPr/>
            </a:pPr>
            <a:fld id="{26F36472-6944-4AE7-852A-655D090AA6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472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1355C4-86D4-42FC-897F-CC32F4FECF1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98500"/>
            <a:ext cx="4646613" cy="348615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294" y="4414561"/>
            <a:ext cx="5027414" cy="3968800"/>
          </a:xfrm>
          <a:noFill/>
          <a:ln/>
        </p:spPr>
        <p:txBody>
          <a:bodyPr/>
          <a:lstStyle/>
          <a:p>
            <a:pPr marL="219807" indent="-219807" eaLnBrk="1" hangingPunct="1">
              <a:buFontTx/>
              <a:buChar char="•"/>
            </a:pPr>
            <a:r>
              <a:rPr lang="en-US" dirty="0"/>
              <a:t>Insert all new item introductions/proposals for next season.</a:t>
            </a:r>
          </a:p>
          <a:p>
            <a:pPr marL="219807" indent="-219807" eaLnBrk="1" hangingPunct="1">
              <a:buFontTx/>
              <a:buChar char="•"/>
            </a:pPr>
            <a:r>
              <a:rPr lang="en-US" dirty="0"/>
              <a:t>Fill out slide completely and accurately for each item.</a:t>
            </a:r>
          </a:p>
          <a:p>
            <a:pPr marL="219807" indent="-219807" eaLnBrk="1" hangingPunct="1">
              <a:buFontTx/>
              <a:buChar char="•"/>
            </a:pPr>
            <a:endParaRPr lang="en-US" dirty="0"/>
          </a:p>
          <a:p>
            <a:pPr marL="219807" indent="-219807" eaLnBrk="1" hangingPunct="1">
              <a:buFontTx/>
              <a:buChar char="•"/>
            </a:pPr>
            <a:r>
              <a:rPr lang="en-US" sz="1300" b="1" dirty="0"/>
              <a:t>NOTE: Slides MUST be in descending order based on Projected Sales RTL $.</a:t>
            </a:r>
          </a:p>
          <a:p>
            <a:pPr marL="219807" indent="-219807" eaLnBrk="1" hangingPunct="1">
              <a:buFontTx/>
              <a:buChar char="•"/>
            </a:pPr>
            <a:endParaRPr lang="en-US" dirty="0"/>
          </a:p>
          <a:p>
            <a:pPr marL="219807" indent="-219807" eaLnBrk="1" hangingPunct="1">
              <a:buFontTx/>
              <a:buChar char="•"/>
            </a:pPr>
            <a:r>
              <a:rPr lang="en-US" dirty="0"/>
              <a:t>Key information to include/address (per item):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Introduction dates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Strategic position to the category (turf protector, profit generator, traffic builder, etc.)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impact to the category (cannibalize existing sales, new growth/technology, etc.)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Avg. Retail Pricing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Sales Volume (annual)</a:t>
            </a:r>
          </a:p>
          <a:p>
            <a:pPr marL="550274" lvl="1" indent="-221322" eaLnBrk="1" hangingPunct="1">
              <a:buFontTx/>
              <a:buChar char="•"/>
            </a:pPr>
            <a:r>
              <a:rPr lang="en-US" dirty="0"/>
              <a:t>Projected Margin Rate% to Home Depot (IMU)</a:t>
            </a:r>
          </a:p>
        </p:txBody>
      </p:sp>
    </p:spTree>
    <p:extLst>
      <p:ext uri="{BB962C8B-B14F-4D97-AF65-F5344CB8AC3E}">
        <p14:creationId xmlns:p14="http://schemas.microsoft.com/office/powerpoint/2010/main" val="2168208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0"/>
          <p:cNvSpPr>
            <a:spLocks noChangeShapeType="1"/>
          </p:cNvSpPr>
          <p:nvPr/>
        </p:nvSpPr>
        <p:spPr bwMode="auto">
          <a:xfrm>
            <a:off x="762000" y="2805113"/>
            <a:ext cx="7620000" cy="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5" name="Picture 62" descr="APRON-with-Brand-Promi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4648200"/>
            <a:ext cx="18288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749300" y="1143000"/>
            <a:ext cx="7620000" cy="1447800"/>
          </a:xfrm>
        </p:spPr>
        <p:txBody>
          <a:bodyPr anchor="b" anchorCtr="1"/>
          <a:lstStyle>
            <a:lvl1pPr algn="ctr">
              <a:lnSpc>
                <a:spcPct val="90000"/>
              </a:lnSpc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1511300" y="3097213"/>
            <a:ext cx="6096000" cy="1246187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2300" y="914400"/>
            <a:ext cx="40322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6950" y="914400"/>
            <a:ext cx="40322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4975" y="22225"/>
            <a:ext cx="2054225" cy="6378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2300" y="22225"/>
            <a:ext cx="6010275" cy="6378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22225"/>
            <a:ext cx="8137525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22300" y="914400"/>
            <a:ext cx="8216900" cy="54864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22225"/>
            <a:ext cx="8137525" cy="1120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22300" y="914400"/>
            <a:ext cx="8216900" cy="54864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4" descr="curverule"/>
          <p:cNvPicPr>
            <a:picLocks noChangeAspect="1" noChangeArrowheads="1"/>
          </p:cNvPicPr>
          <p:nvPr/>
        </p:nvPicPr>
        <p:blipFill>
          <a:blip r:embed="rId15" cstate="print"/>
          <a:srcRect r="6337"/>
          <a:stretch>
            <a:fillRect/>
          </a:stretch>
        </p:blipFill>
        <p:spPr bwMode="auto">
          <a:xfrm>
            <a:off x="206375" y="320675"/>
            <a:ext cx="8112125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28575" y="65881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100000"/>
              </a:lnSpc>
              <a:defRPr/>
            </a:pPr>
            <a:fld id="{F3938EB1-FF97-452D-8823-C008CFF888C6}" type="slidenum">
              <a:rPr lang="en-US" sz="1000" b="1">
                <a:solidFill>
                  <a:srgbClr val="000000"/>
                </a:solidFill>
                <a:latin typeface="Arial" charset="0"/>
              </a:rPr>
              <a:pPr algn="l">
                <a:lnSpc>
                  <a:spcPct val="100000"/>
                </a:lnSpc>
                <a:defRPr/>
              </a:pPr>
              <a:t>‹#›</a:t>
            </a:fld>
            <a:endParaRPr lang="en-US" sz="10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8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665163" y="22225"/>
            <a:ext cx="8137525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914400"/>
            <a:ext cx="82169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26" descr="Master Depot Logo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505825" y="6100763"/>
            <a:ext cx="533400" cy="533400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333333"/>
          </a:solidFill>
          <a:latin typeface="Impac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115000"/>
        <a:buFont typeface="Wingdings" pitchFamily="2" charset="2"/>
        <a:buChar char="§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15000"/>
        <a:buFont typeface="Wingdings" pitchFamily="2" charset="2"/>
        <a:buChar char="§"/>
        <a:defRPr sz="22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15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38175" y="88900"/>
            <a:ext cx="5686425" cy="400110"/>
          </a:xfrm>
        </p:spPr>
        <p:txBody>
          <a:bodyPr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New Product Submission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3429000" y="533400"/>
            <a:ext cx="5329237" cy="2354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 dirty="0"/>
              <a:t>Item #:		[Item #]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Name:		[Name]</a:t>
            </a:r>
            <a:endParaRPr lang="en-US" sz="1400" dirty="0">
              <a:cs typeface="Arial" charset="0"/>
            </a:endParaRPr>
          </a:p>
          <a:p>
            <a:pPr algn="l">
              <a:spcBef>
                <a:spcPct val="50000"/>
              </a:spcBef>
            </a:pPr>
            <a:r>
              <a:rPr lang="en-US" sz="1400" dirty="0"/>
              <a:t>Projected Sales Rtl:	[Projected Sales </a:t>
            </a:r>
            <a:r>
              <a:rPr lang="en-US" sz="1400" dirty="0" err="1"/>
              <a:t>Rtl</a:t>
            </a:r>
            <a:r>
              <a:rPr lang="en-US" sz="1400" dirty="0"/>
              <a:t>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Projected Sales Units:	[Projected Sales Units]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Unit Retail		[Unit Retail]	Net Unit Cost [Unit Cost]  ( CAD)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IMU%:		[IMU%]</a:t>
            </a:r>
          </a:p>
          <a:p>
            <a:pPr algn="l">
              <a:spcBef>
                <a:spcPct val="50000"/>
              </a:spcBef>
            </a:pPr>
            <a:r>
              <a:rPr lang="en-US" sz="1400" dirty="0"/>
              <a:t>Strategic Position:	_______________</a:t>
            </a:r>
          </a:p>
          <a:p>
            <a:pPr algn="l">
              <a:spcBef>
                <a:spcPct val="50000"/>
              </a:spcBef>
            </a:pPr>
            <a:r>
              <a:rPr lang="en-US" sz="1200" i="1" dirty="0"/>
              <a:t>Source:  Vendor Projections</a:t>
            </a:r>
          </a:p>
        </p:txBody>
      </p:sp>
      <p:graphicFrame>
        <p:nvGraphicFramePr>
          <p:cNvPr id="240647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885526"/>
              </p:ext>
            </p:extLst>
          </p:nvPr>
        </p:nvGraphicFramePr>
        <p:xfrm>
          <a:off x="406400" y="2857500"/>
          <a:ext cx="5156200" cy="3619499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6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FEATURES &amp; INNOVATION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CUSTOMER BENEFITS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7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[Key Product Feature #1]</a:t>
                      </a:r>
                    </a:p>
                    <a:p>
                      <a:pPr marL="177800" marR="0" lvl="0" indent="-177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[Associated Customer Benefit #1]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22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[Key Product Feature #2]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>
                          <a:tab pos="228600" algn="l"/>
                        </a:tabLst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[Associated Customer Benefit #2]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7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>
                          <a:tab pos="228600" algn="l"/>
                        </a:tabLst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[Key Product Feature #3]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>
                          <a:tab pos="228600" algn="l"/>
                        </a:tabLst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[Associated Customer Benefit #3]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264"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15000"/>
                        <a:buFont typeface="Wingdings" pitchFamily="2" charset="2"/>
                        <a:buChar char="ü"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89" name="Rectangle 30"/>
          <p:cNvSpPr>
            <a:spLocks noChangeArrowheads="1"/>
          </p:cNvSpPr>
          <p:nvPr/>
        </p:nvSpPr>
        <p:spPr bwMode="auto">
          <a:xfrm>
            <a:off x="914400" y="685800"/>
            <a:ext cx="1981200" cy="2057400"/>
          </a:xfrm>
          <a:prstGeom prst="rect">
            <a:avLst/>
          </a:prstGeom>
          <a:solidFill>
            <a:srgbClr val="CAB99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2000" dirty="0"/>
              <a:t>Insert product picture here</a:t>
            </a:r>
          </a:p>
        </p:txBody>
      </p:sp>
      <p:sp>
        <p:nvSpPr>
          <p:cNvPr id="11291" name="Text Box 35"/>
          <p:cNvSpPr txBox="1">
            <a:spLocks noChangeArrowheads="1"/>
          </p:cNvSpPr>
          <p:nvPr/>
        </p:nvSpPr>
        <p:spPr bwMode="auto">
          <a:xfrm>
            <a:off x="5715001" y="2865437"/>
            <a:ext cx="3124200" cy="258532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 algn="l">
              <a:spcBef>
                <a:spcPct val="50000"/>
              </a:spcBef>
            </a:pPr>
            <a:r>
              <a:rPr lang="en-US" sz="1200" b="1" dirty="0">
                <a:latin typeface="Arial" charset="0"/>
              </a:rPr>
              <a:t>Replacement SKU#  &amp; Description </a:t>
            </a: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200" b="1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200" b="1" dirty="0">
              <a:latin typeface="Arial" charset="0"/>
            </a:endParaRPr>
          </a:p>
          <a:p>
            <a:pPr>
              <a:spcBef>
                <a:spcPct val="50000"/>
              </a:spcBef>
            </a:pPr>
            <a:endParaRPr lang="en-US" sz="1200" b="1" dirty="0">
              <a:latin typeface="Arial" charset="0"/>
            </a:endParaRPr>
          </a:p>
          <a:p>
            <a:pPr>
              <a:spcBef>
                <a:spcPct val="50000"/>
              </a:spcBef>
            </a:pPr>
            <a:r>
              <a:rPr lang="en-US" sz="1200" b="1" dirty="0">
                <a:latin typeface="Arial" charset="0"/>
              </a:rPr>
              <a:t>IMAGE</a:t>
            </a: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  <a:p>
            <a:pPr algn="l"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15372" y="71085"/>
            <a:ext cx="3474990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MSI Stone ULC, Canada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4526300"/>
      </p:ext>
    </p:extLst>
  </p:cSld>
  <p:clrMapOvr>
    <a:masterClrMapping/>
  </p:clrMapOvr>
</p:sld>
</file>

<file path=ppt/theme/theme1.xml><?xml version="1.0" encoding="utf-8"?>
<a:theme xmlns:a="http://schemas.openxmlformats.org/drawingml/2006/main" name="2007 Template">
  <a:themeElements>
    <a:clrScheme name="2007 Template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54A1CD"/>
      </a:accent1>
      <a:accent2>
        <a:srgbClr val="35485C"/>
      </a:accent2>
      <a:accent3>
        <a:srgbClr val="FFFFFF"/>
      </a:accent3>
      <a:accent4>
        <a:srgbClr val="000000"/>
      </a:accent4>
      <a:accent5>
        <a:srgbClr val="B3CDE3"/>
      </a:accent5>
      <a:accent6>
        <a:srgbClr val="2F4053"/>
      </a:accent6>
      <a:hlink>
        <a:srgbClr val="FF903D"/>
      </a:hlink>
      <a:folHlink>
        <a:srgbClr val="E4D4BE"/>
      </a:folHlink>
    </a:clrScheme>
    <a:fontScheme name="2007 Template">
      <a:majorFont>
        <a:latin typeface="Impac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2007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7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4A1CD"/>
        </a:accent1>
        <a:accent2>
          <a:srgbClr val="35485C"/>
        </a:accent2>
        <a:accent3>
          <a:srgbClr val="FFFFFF"/>
        </a:accent3>
        <a:accent4>
          <a:srgbClr val="000000"/>
        </a:accent4>
        <a:accent5>
          <a:srgbClr val="B3CDE3"/>
        </a:accent5>
        <a:accent6>
          <a:srgbClr val="2F4053"/>
        </a:accent6>
        <a:hlink>
          <a:srgbClr val="FF903D"/>
        </a:hlink>
        <a:folHlink>
          <a:srgbClr val="EFEF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7 Templat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4A1CD"/>
        </a:accent1>
        <a:accent2>
          <a:srgbClr val="35485C"/>
        </a:accent2>
        <a:accent3>
          <a:srgbClr val="FFFFFF"/>
        </a:accent3>
        <a:accent4>
          <a:srgbClr val="000000"/>
        </a:accent4>
        <a:accent5>
          <a:srgbClr val="B3CDE3"/>
        </a:accent5>
        <a:accent6>
          <a:srgbClr val="2F4053"/>
        </a:accent6>
        <a:hlink>
          <a:srgbClr val="FF903D"/>
        </a:hlink>
        <a:folHlink>
          <a:srgbClr val="E4D4B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2007 Template</Template>
  <TotalTime>5859</TotalTime>
  <Words>237</Words>
  <Application>Microsoft Office PowerPoint</Application>
  <PresentationFormat>On-screen Show 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Impact</vt:lpstr>
      <vt:lpstr>Wingdings</vt:lpstr>
      <vt:lpstr>2007 Template</vt:lpstr>
      <vt:lpstr>New Product Submission</vt:lpstr>
    </vt:vector>
  </TitlesOfParts>
  <Company>The Home Depot.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– Impact 38pt. (Initial Caps)</dc:title>
  <dc:creator>rcb07</dc:creator>
  <cp:lastModifiedBy>Sarthak Sharma</cp:lastModifiedBy>
  <cp:revision>512</cp:revision>
  <dcterms:created xsi:type="dcterms:W3CDTF">2007-02-05T13:56:18Z</dcterms:created>
  <dcterms:modified xsi:type="dcterms:W3CDTF">2026-05-14T19:30:45Z</dcterms:modified>
</cp:coreProperties>
</file>