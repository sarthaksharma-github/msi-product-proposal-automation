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ak Sharma" userId="16803c0d-c230-4ae1-bbf2-1439c964a0fd" providerId="ADAL" clId="{CA8785A2-CDC3-4500-87E3-709631EA1ACA}"/>
    <pc:docChg chg="undo custSel modSld">
      <pc:chgData name="Sarthak Sharma" userId="16803c0d-c230-4ae1-bbf2-1439c964a0fd" providerId="ADAL" clId="{CA8785A2-CDC3-4500-87E3-709631EA1ACA}" dt="2026-05-14T14:59:31.176" v="184" actId="20577"/>
      <pc:docMkLst>
        <pc:docMk/>
      </pc:docMkLst>
      <pc:sldChg chg="addSp delSp modSp mod">
        <pc:chgData name="Sarthak Sharma" userId="16803c0d-c230-4ae1-bbf2-1439c964a0fd" providerId="ADAL" clId="{CA8785A2-CDC3-4500-87E3-709631EA1ACA}" dt="2026-05-14T14:59:31.176" v="184" actId="20577"/>
        <pc:sldMkLst>
          <pc:docMk/>
          <pc:sldMk cId="0" sldId="256"/>
        </pc:sldMkLst>
        <pc:spChg chg="mod">
          <ac:chgData name="Sarthak Sharma" userId="16803c0d-c230-4ae1-bbf2-1439c964a0fd" providerId="ADAL" clId="{CA8785A2-CDC3-4500-87E3-709631EA1ACA}" dt="2026-05-14T14:41:00.161" v="131" actId="205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arthak Sharma" userId="16803c0d-c230-4ae1-bbf2-1439c964a0fd" providerId="ADAL" clId="{CA8785A2-CDC3-4500-87E3-709631EA1ACA}" dt="2026-05-14T13:11:11.114" v="12" actId="478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Sarthak Sharma" userId="16803c0d-c230-4ae1-bbf2-1439c964a0fd" providerId="ADAL" clId="{CA8785A2-CDC3-4500-87E3-709631EA1ACA}" dt="2026-05-14T14:59:31.176" v="184" actId="20577"/>
          <ac:spMkLst>
            <pc:docMk/>
            <pc:sldMk cId="0" sldId="256"/>
            <ac:spMk id="5" creationId="{56029277-50CE-9475-3068-8A42F5E4200E}"/>
          </ac:spMkLst>
        </pc:spChg>
        <pc:spChg chg="add del mod">
          <ac:chgData name="Sarthak Sharma" userId="16803c0d-c230-4ae1-bbf2-1439c964a0fd" providerId="ADAL" clId="{CA8785A2-CDC3-4500-87E3-709631EA1ACA}" dt="2026-05-14T13:11:19.461" v="15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rthak Sharma" userId="16803c0d-c230-4ae1-bbf2-1439c964a0fd" providerId="ADAL" clId="{CA8785A2-CDC3-4500-87E3-709631EA1ACA}" dt="2026-05-14T14:59:08.917" v="156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rthak Sharma" userId="16803c0d-c230-4ae1-bbf2-1439c964a0fd" providerId="ADAL" clId="{CA8785A2-CDC3-4500-87E3-709631EA1ACA}" dt="2026-05-14T14:59:03.799" v="155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arthak Sharma" userId="16803c0d-c230-4ae1-bbf2-1439c964a0fd" providerId="ADAL" clId="{CA8785A2-CDC3-4500-87E3-709631EA1ACA}" dt="2026-05-14T14:38:53.339" v="112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arthak Sharma" userId="16803c0d-c230-4ae1-bbf2-1439c964a0fd" providerId="ADAL" clId="{CA8785A2-CDC3-4500-87E3-709631EA1ACA}" dt="2026-05-14T14:38:46.496" v="111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arthak Sharma" userId="16803c0d-c230-4ae1-bbf2-1439c964a0fd" providerId="ADAL" clId="{CA8785A2-CDC3-4500-87E3-709631EA1ACA}" dt="2026-05-14T14:38:38.152" v="106" actId="20577"/>
          <ac:spMkLst>
            <pc:docMk/>
            <pc:sldMk cId="0" sldId="256"/>
            <ac:spMk id="19" creationId="{00000000-0000-0000-0000-000000000000}"/>
          </ac:spMkLst>
        </pc:spChg>
        <pc:spChg chg="del mod">
          <ac:chgData name="Sarthak Sharma" userId="16803c0d-c230-4ae1-bbf2-1439c964a0fd" providerId="ADAL" clId="{CA8785A2-CDC3-4500-87E3-709631EA1ACA}" dt="2026-05-14T14:29:46.367" v="46"/>
          <ac:spMkLst>
            <pc:docMk/>
            <pc:sldMk cId="0" sldId="256"/>
            <ac:spMk id="21" creationId="{00000000-0000-0000-0000-000000000000}"/>
          </ac:spMkLst>
        </pc:spChg>
        <pc:spChg chg="add mod">
          <ac:chgData name="Sarthak Sharma" userId="16803c0d-c230-4ae1-bbf2-1439c964a0fd" providerId="ADAL" clId="{CA8785A2-CDC3-4500-87E3-709631EA1ACA}" dt="2026-05-14T13:11:31.380" v="17" actId="14100"/>
          <ac:spMkLst>
            <pc:docMk/>
            <pc:sldMk cId="0" sldId="256"/>
            <ac:spMk id="22" creationId="{E43C72C0-F14E-AE6C-05B1-D855F2B7A75A}"/>
          </ac:spMkLst>
        </pc:spChg>
        <pc:spChg chg="add mod">
          <ac:chgData name="Sarthak Sharma" userId="16803c0d-c230-4ae1-bbf2-1439c964a0fd" providerId="ADAL" clId="{CA8785A2-CDC3-4500-87E3-709631EA1ACA}" dt="2026-05-14T13:13:14.118" v="34" actId="403"/>
          <ac:spMkLst>
            <pc:docMk/>
            <pc:sldMk cId="0" sldId="256"/>
            <ac:spMk id="23" creationId="{ADD96B28-6F81-F84A-72AB-0C2FA85D90A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[CATEGORY]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[ITEM_NUM]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[</a:t>
            </a:r>
            <a:r>
              <a:rPr lang="en-US" sz="1200" dirty="0">
                <a:solidFill>
                  <a:srgbClr val="696969"/>
                </a:solidFill>
              </a:rPr>
              <a:t>COLOR</a:t>
            </a:r>
            <a:r>
              <a:rPr sz="1200" dirty="0">
                <a:solidFill>
                  <a:srgbClr val="696969"/>
                </a:solidFill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[</a:t>
            </a:r>
            <a:r>
              <a:rPr lang="en-US" sz="1300" dirty="0">
                <a:solidFill>
                  <a:srgbClr val="696969"/>
                </a:solidFill>
              </a:rPr>
              <a:t>RETAIL</a:t>
            </a:r>
            <a:r>
              <a:rPr sz="1300" dirty="0">
                <a:solidFill>
                  <a:srgbClr val="696969"/>
                </a:solidFill>
              </a:rPr>
              <a:t>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[</a:t>
            </a:r>
            <a:r>
              <a:rPr lang="en-US" sz="1200" dirty="0">
                <a:solidFill>
                  <a:srgbClr val="696969"/>
                </a:solidFill>
              </a:rPr>
              <a:t>DES</a:t>
            </a:r>
            <a:r>
              <a:rPr sz="1200" dirty="0">
                <a:solidFill>
                  <a:srgbClr val="696969"/>
                </a:solidFill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[</a:t>
            </a:r>
            <a:r>
              <a:rPr lang="en-US" sz="1200" dirty="0">
                <a:solidFill>
                  <a:srgbClr val="696969"/>
                </a:solidFill>
              </a:rPr>
              <a:t>MAT</a:t>
            </a:r>
            <a:r>
              <a:rPr sz="1200" dirty="0">
                <a:solidFill>
                  <a:srgbClr val="696969"/>
                </a:solidFill>
              </a:rP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[</a:t>
            </a:r>
            <a:r>
              <a:rPr lang="en-US" sz="1200" dirty="0">
                <a:solidFill>
                  <a:srgbClr val="696969"/>
                </a:solidFill>
              </a:rPr>
              <a:t>DIM</a:t>
            </a:r>
            <a:r>
              <a:rPr sz="1200" dirty="0">
                <a:solidFill>
                  <a:srgbClr val="696969"/>
                </a:solidFill>
              </a:rPr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>INSERT PRODUCT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[</a:t>
            </a:r>
            <a:r>
              <a:rPr lang="en-US" sz="1300" dirty="0">
                <a:solidFill>
                  <a:srgbClr val="696969"/>
                </a:solidFill>
              </a:rPr>
              <a:t>COUNTRY</a:t>
            </a:r>
            <a:r>
              <a:rPr sz="1300" dirty="0">
                <a:solidFill>
                  <a:srgbClr val="696969"/>
                </a:solidFill>
              </a:rPr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39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Sarthak Sharma</cp:lastModifiedBy>
  <cp:revision>3</cp:revision>
  <dcterms:created xsi:type="dcterms:W3CDTF">2013-01-27T09:14:16Z</dcterms:created>
  <dcterms:modified xsi:type="dcterms:W3CDTF">2026-05-14T14:59:33Z</dcterms:modified>
  <cp:category/>
</cp:coreProperties>
</file>