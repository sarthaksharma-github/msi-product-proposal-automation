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thak Sharma" userId="16803c0d-c230-4ae1-bbf2-1439c964a0fd" providerId="ADAL" clId="{CA8785A2-CDC3-4500-87E3-709631EA1ACA}"/>
    <pc:docChg chg="undo custSel modSld">
      <pc:chgData name="Sarthak Sharma" userId="16803c0d-c230-4ae1-bbf2-1439c964a0fd" providerId="ADAL" clId="{CA8785A2-CDC3-4500-87E3-709631EA1ACA}" dt="2026-05-14T13:15:08.426" v="42" actId="14100"/>
      <pc:docMkLst>
        <pc:docMk/>
      </pc:docMkLst>
      <pc:sldChg chg="addSp delSp modSp mod">
        <pc:chgData name="Sarthak Sharma" userId="16803c0d-c230-4ae1-bbf2-1439c964a0fd" providerId="ADAL" clId="{CA8785A2-CDC3-4500-87E3-709631EA1ACA}" dt="2026-05-14T13:15:08.426" v="42" actId="14100"/>
        <pc:sldMkLst>
          <pc:docMk/>
          <pc:sldMk cId="0" sldId="256"/>
        </pc:sldMkLst>
        <pc:spChg chg="mod">
          <ac:chgData name="Sarthak Sharma" userId="16803c0d-c230-4ae1-bbf2-1439c964a0fd" providerId="ADAL" clId="{CA8785A2-CDC3-4500-87E3-709631EA1ACA}" dt="2026-05-14T13:15:08.426" v="42" actId="14100"/>
          <ac:spMkLst>
            <pc:docMk/>
            <pc:sldMk cId="0" sldId="256"/>
            <ac:spMk id="3" creationId="{00000000-0000-0000-0000-000000000000}"/>
          </ac:spMkLst>
        </pc:spChg>
        <pc:spChg chg="del mod">
          <ac:chgData name="Sarthak Sharma" userId="16803c0d-c230-4ae1-bbf2-1439c964a0fd" providerId="ADAL" clId="{CA8785A2-CDC3-4500-87E3-709631EA1ACA}" dt="2026-05-14T13:11:11.114" v="12" actId="478"/>
          <ac:spMkLst>
            <pc:docMk/>
            <pc:sldMk cId="0" sldId="256"/>
            <ac:spMk id="5" creationId="{00000000-0000-0000-0000-000000000000}"/>
          </ac:spMkLst>
        </pc:spChg>
        <pc:spChg chg="add del mod">
          <ac:chgData name="Sarthak Sharma" userId="16803c0d-c230-4ae1-bbf2-1439c964a0fd" providerId="ADAL" clId="{CA8785A2-CDC3-4500-87E3-709631EA1ACA}" dt="2026-05-14T13:11:19.461" v="15" actId="478"/>
          <ac:spMkLst>
            <pc:docMk/>
            <pc:sldMk cId="0" sldId="256"/>
            <ac:spMk id="6" creationId="{00000000-0000-0000-0000-000000000000}"/>
          </ac:spMkLst>
        </pc:spChg>
        <pc:spChg chg="mod">
          <ac:chgData name="Sarthak Sharma" userId="16803c0d-c230-4ae1-bbf2-1439c964a0fd" providerId="ADAL" clId="{CA8785A2-CDC3-4500-87E3-709631EA1ACA}" dt="2026-05-14T13:10:22.946" v="6" actId="20577"/>
          <ac:spMkLst>
            <pc:docMk/>
            <pc:sldMk cId="0" sldId="256"/>
            <ac:spMk id="13" creationId="{00000000-0000-0000-0000-000000000000}"/>
          </ac:spMkLst>
        </pc:spChg>
        <pc:spChg chg="add mod">
          <ac:chgData name="Sarthak Sharma" userId="16803c0d-c230-4ae1-bbf2-1439c964a0fd" providerId="ADAL" clId="{CA8785A2-CDC3-4500-87E3-709631EA1ACA}" dt="2026-05-14T13:11:31.380" v="17" actId="14100"/>
          <ac:spMkLst>
            <pc:docMk/>
            <pc:sldMk cId="0" sldId="256"/>
            <ac:spMk id="22" creationId="{E43C72C0-F14E-AE6C-05B1-D855F2B7A75A}"/>
          </ac:spMkLst>
        </pc:spChg>
        <pc:spChg chg="add mod">
          <ac:chgData name="Sarthak Sharma" userId="16803c0d-c230-4ae1-bbf2-1439c964a0fd" providerId="ADAL" clId="{CA8785A2-CDC3-4500-87E3-709631EA1ACA}" dt="2026-05-14T13:13:14.118" v="34" actId="403"/>
          <ac:spMkLst>
            <pc:docMk/>
            <pc:sldMk cId="0" sldId="256"/>
            <ac:spMk id="23" creationId="{ADD96B28-6F81-F84A-72AB-0C2FA85D90A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262626"/>
          </a:solidFill>
          <a:ln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37673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[BEN_2]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594360"/>
            <a:ext cx="12188952" cy="54864"/>
          </a:xfrm>
          <a:prstGeom prst="rect">
            <a:avLst/>
          </a:prstGeom>
          <a:solidFill>
            <a:srgbClr val="C9B892"/>
          </a:solidFill>
          <a:ln>
            <a:solidFill>
              <a:srgbClr val="C9B8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0" y="914400"/>
            <a:ext cx="7040880" cy="1234440"/>
          </a:xfrm>
          <a:prstGeom prst="roundRect">
            <a:avLst/>
          </a:prstGeom>
          <a:solidFill>
            <a:srgbClr val="F8F6F1"/>
          </a:solidFill>
          <a:ln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00600" y="1143000"/>
            <a:ext cx="107593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dirty="0">
                <a:solidFill>
                  <a:srgbClr val="262626"/>
                </a:solidFill>
              </a:rPr>
              <a:t>Item Number</a:t>
            </a:r>
          </a:p>
          <a:p>
            <a:r>
              <a:rPr sz="1300" dirty="0">
                <a:solidFill>
                  <a:srgbClr val="696969"/>
                </a:solidFill>
              </a:rPr>
              <a:t>[ITEM_NUM]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143000"/>
            <a:ext cx="77739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dirty="0">
                <a:solidFill>
                  <a:srgbClr val="262626"/>
                </a:solidFill>
              </a:rPr>
              <a:t>Color</a:t>
            </a:r>
          </a:p>
          <a:p>
            <a:r>
              <a:rPr sz="1300" dirty="0">
                <a:solidFill>
                  <a:srgbClr val="696969"/>
                </a:solidFill>
              </a:rPr>
              <a:t>[</a:t>
            </a:r>
            <a:r>
              <a:rPr lang="en-US" sz="1300" dirty="0">
                <a:solidFill>
                  <a:srgbClr val="696969"/>
                </a:solidFill>
              </a:rPr>
              <a:t>FEAT_3</a:t>
            </a:r>
            <a:r>
              <a:rPr sz="1300" dirty="0">
                <a:solidFill>
                  <a:srgbClr val="696969"/>
                </a:solidFill>
              </a:rP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20" y="1143000"/>
            <a:ext cx="7360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dirty="0">
                <a:solidFill>
                  <a:srgbClr val="262626"/>
                </a:solidFill>
              </a:rPr>
              <a:t>Country</a:t>
            </a:r>
          </a:p>
          <a:p>
            <a:r>
              <a:rPr sz="1300" dirty="0">
                <a:solidFill>
                  <a:srgbClr val="696969"/>
                </a:solidFill>
              </a:rPr>
              <a:t>[</a:t>
            </a:r>
            <a:r>
              <a:rPr lang="en-US" sz="1300" dirty="0">
                <a:solidFill>
                  <a:srgbClr val="696969"/>
                </a:solidFill>
              </a:rPr>
              <a:t>BEN_1</a:t>
            </a:r>
            <a:r>
              <a:rPr sz="1300" dirty="0">
                <a:solidFill>
                  <a:srgbClr val="696969"/>
                </a:solidFill>
              </a:rPr>
              <a:t>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62626"/>
                </a:solidFill>
              </a:rPr>
              <a:t>DESCRIPTION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70408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2907792"/>
            <a:ext cx="6675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696969"/>
                </a:solidFill>
              </a:rPr>
              <a:t>[</a:t>
            </a:r>
            <a:r>
              <a:rPr lang="en-US" sz="1200" dirty="0">
                <a:solidFill>
                  <a:srgbClr val="696969"/>
                </a:solidFill>
              </a:rPr>
              <a:t>ITEM_NAME</a:t>
            </a:r>
            <a:r>
              <a:rPr sz="1200" dirty="0">
                <a:solidFill>
                  <a:srgbClr val="696969"/>
                </a:solidFill>
              </a:rPr>
              <a:t>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62626"/>
                </a:solidFill>
              </a:rPr>
              <a:t>MATERIAL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663440"/>
            <a:ext cx="3931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34564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696969"/>
                </a:solidFill>
              </a:rPr>
              <a:t>[</a:t>
            </a:r>
            <a:r>
              <a:rPr lang="en-US" sz="1200" dirty="0">
                <a:solidFill>
                  <a:srgbClr val="696969"/>
                </a:solidFill>
              </a:rPr>
              <a:t>FEAT_1</a:t>
            </a:r>
            <a:r>
              <a:rPr sz="1200" dirty="0">
                <a:solidFill>
                  <a:srgbClr val="696969"/>
                </a:solidFill>
              </a:rPr>
              <a:t>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891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62626"/>
                </a:solidFill>
              </a:rPr>
              <a:t>DIMENSIONS &amp; SPECIFICATIONS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663440"/>
            <a:ext cx="70408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00600" y="4846320"/>
            <a:ext cx="6629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696969"/>
                </a:solidFill>
              </a:rPr>
              <a:t>[</a:t>
            </a:r>
            <a:r>
              <a:rPr lang="en-US" sz="1200" dirty="0">
                <a:solidFill>
                  <a:srgbClr val="696969"/>
                </a:solidFill>
              </a:rPr>
              <a:t>FEAT_2</a:t>
            </a:r>
            <a:r>
              <a:rPr sz="1200" dirty="0">
                <a:solidFill>
                  <a:srgbClr val="696969"/>
                </a:solidFill>
              </a:rPr>
              <a:t>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262626"/>
          </a:solidFill>
          <a:ln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6601968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Corporate Product Proposal Template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3C72C0-F14E-AE6C-05B1-D855F2B7A75A}"/>
              </a:ext>
            </a:extLst>
          </p:cNvPr>
          <p:cNvSpPr/>
          <p:nvPr/>
        </p:nvSpPr>
        <p:spPr>
          <a:xfrm>
            <a:off x="406844" y="914400"/>
            <a:ext cx="3570796" cy="3108960"/>
          </a:xfrm>
          <a:prstGeom prst="rect">
            <a:avLst/>
          </a:prstGeom>
          <a:solidFill>
            <a:srgbClr val="F8F6F1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D96B28-6F81-F84A-72AB-0C2FA85D90A9}"/>
              </a:ext>
            </a:extLst>
          </p:cNvPr>
          <p:cNvSpPr txBox="1"/>
          <p:nvPr/>
        </p:nvSpPr>
        <p:spPr>
          <a:xfrm>
            <a:off x="406844" y="914400"/>
            <a:ext cx="357079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solidFill>
                  <a:srgbClr val="696969"/>
                </a:solidFill>
              </a:rPr>
              <a:t>INSERT PRODUCT IMAGE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51</Words>
  <Application>Microsoft Office PowerPoint</Application>
  <PresentationFormat>Custom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Sarthak Sharma</cp:lastModifiedBy>
  <cp:revision>3</cp:revision>
  <dcterms:created xsi:type="dcterms:W3CDTF">2013-01-27T09:14:16Z</dcterms:created>
  <dcterms:modified xsi:type="dcterms:W3CDTF">2026-05-14T13:15:12Z</dcterms:modified>
  <cp:category/>
</cp:coreProperties>
</file>